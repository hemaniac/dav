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33b8cec2cf437a" /><Relationship Type="http://schemas.openxmlformats.org/officeDocument/2006/relationships/extended-properties" Target="/docProps/app.xml" Id="Rae2a9bf42d104568" /><Relationship Type="http://schemas.openxmlformats.org/officeDocument/2006/relationships/officeDocument" Target="/ppt/presentation.xml" Id="Rd1588579ed214881" /></Relationships>
</file>

<file path=ppt/presentation.xml><?xml version="1.0" encoding="utf-8"?>
<p:presentation xmlns:p="http://schemas.openxmlformats.org/presentationml/2006/main">
  <p:sldMasterIdLst>
    <p:sldMasterId xmlns:r="http://schemas.openxmlformats.org/officeDocument/2006/relationships" id="2147483648" r:id="R99261730e7304f88"/>
  </p:sldMasterIdLst>
  <p:notesMasterIdLst>
    <p:notesMasterId xmlns:r="http://schemas.openxmlformats.org/officeDocument/2006/relationships" r:id="Rdb11ac78b9a0496c"/>
  </p:notesMasterIdLst>
  <p:sldIdLst>
    <p:sldId xmlns:r="http://schemas.openxmlformats.org/officeDocument/2006/relationships" id="256" r:id="R1d7980a33e254e07"/>
    <p:sldId xmlns:r="http://schemas.openxmlformats.org/officeDocument/2006/relationships" id="257" r:id="Rafba9b46d1f54eda"/>
    <p:sldId xmlns:r="http://schemas.openxmlformats.org/officeDocument/2006/relationships" id="258" r:id="Rdc36a69d7d3f407b"/>
    <p:sldId xmlns:r="http://schemas.openxmlformats.org/officeDocument/2006/relationships" id="259" r:id="R37071cf827b1494a"/>
    <p:sldId xmlns:r="http://schemas.openxmlformats.org/officeDocument/2006/relationships" id="260" r:id="R4833c3b0170b4c52"/>
    <p:sldId xmlns:r="http://schemas.openxmlformats.org/officeDocument/2006/relationships" id="261" r:id="Raa2331cb65f54ba9"/>
    <p:sldId xmlns:r="http://schemas.openxmlformats.org/officeDocument/2006/relationships" id="262" r:id="R71bbaf3cb7014d1f"/>
    <p:sldId xmlns:r="http://schemas.openxmlformats.org/officeDocument/2006/relationships" id="263" r:id="R1d68f54f49ed4121"/>
    <p:sldId xmlns:r="http://schemas.openxmlformats.org/officeDocument/2006/relationships" id="264" r:id="R695c46b104714fef"/>
    <p:sldId xmlns:r="http://schemas.openxmlformats.org/officeDocument/2006/relationships" id="265" r:id="R18a79741bb3047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9ec710903a4fcf" /><Relationship Type="http://schemas.openxmlformats.org/officeDocument/2006/relationships/slideMaster" Target="/ppt/slideMasters/slideMaster1.xml" Id="R99261730e7304f88" /><Relationship Type="http://schemas.openxmlformats.org/officeDocument/2006/relationships/notesMaster" Target="/ppt/notesMasters/notesMaster1.xml" Id="Rdb11ac78b9a0496c" /><Relationship Type="http://schemas.openxmlformats.org/officeDocument/2006/relationships/presProps" Target="/ppt/presProps.xml" Id="R232bafce2db44e9d" /><Relationship Type="http://schemas.openxmlformats.org/officeDocument/2006/relationships/tableStyles" Target="/ppt/tableStyles.xml" Id="Rd2fffdd0049f4b6d" /><Relationship Type="http://schemas.openxmlformats.org/officeDocument/2006/relationships/slide" Target="/ppt/slides/slide1.xml" Id="R1d7980a33e254e07" /><Relationship Type="http://schemas.openxmlformats.org/officeDocument/2006/relationships/slide" Target="/ppt/slides/slide2.xml" Id="Rafba9b46d1f54eda" /><Relationship Type="http://schemas.openxmlformats.org/officeDocument/2006/relationships/slide" Target="/ppt/slides/slide3.xml" Id="Rdc36a69d7d3f407b" /><Relationship Type="http://schemas.openxmlformats.org/officeDocument/2006/relationships/slide" Target="/ppt/slides/slide4.xml" Id="R37071cf827b1494a" /><Relationship Type="http://schemas.openxmlformats.org/officeDocument/2006/relationships/slide" Target="/ppt/slides/slide5.xml" Id="R4833c3b0170b4c52" /><Relationship Type="http://schemas.openxmlformats.org/officeDocument/2006/relationships/slide" Target="/ppt/slides/slide6.xml" Id="Raa2331cb65f54ba9" /><Relationship Type="http://schemas.openxmlformats.org/officeDocument/2006/relationships/slide" Target="/ppt/slides/slide7.xml" Id="R71bbaf3cb7014d1f" /><Relationship Type="http://schemas.openxmlformats.org/officeDocument/2006/relationships/slide" Target="/ppt/slides/slide8.xml" Id="R1d68f54f49ed4121" /><Relationship Type="http://schemas.openxmlformats.org/officeDocument/2006/relationships/slide" Target="/ppt/slides/slide9.xml" Id="R695c46b104714fef" /><Relationship Type="http://schemas.openxmlformats.org/officeDocument/2006/relationships/slide" Target="/ppt/slides/slide10.xml" Id="R18a79741bb3047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46af0b055642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9ca0ca53354d80" /><Relationship Type="http://schemas.openxmlformats.org/officeDocument/2006/relationships/notesMaster" Target="/ppt/notesMasters/notesMaster1.xml" Id="Rb4b3d2ca9a9044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bc3ef7078c4378" /><Relationship Type="http://schemas.openxmlformats.org/officeDocument/2006/relationships/notesMaster" Target="/ppt/notesMasters/notesMaster1.xml" Id="Rbbd218ecbb7344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f855c899304a70" /><Relationship Type="http://schemas.openxmlformats.org/officeDocument/2006/relationships/notesMaster" Target="/ppt/notesMasters/notesMaster1.xml" Id="R3da3a9d73d4d4d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5bce1a2fa04f6d" /><Relationship Type="http://schemas.openxmlformats.org/officeDocument/2006/relationships/notesMaster" Target="/ppt/notesMasters/notesMaster1.xml" Id="R84595ca627eb4c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6f82650c8441d8" /><Relationship Type="http://schemas.openxmlformats.org/officeDocument/2006/relationships/notesMaster" Target="/ppt/notesMasters/notesMaster1.xml" Id="R40593bd71c074a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8a60d7c95a4e97" /><Relationship Type="http://schemas.openxmlformats.org/officeDocument/2006/relationships/notesMaster" Target="/ppt/notesMasters/notesMaster1.xml" Id="Rccd05b7d5c3f41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dab8bcc76a4085" /><Relationship Type="http://schemas.openxmlformats.org/officeDocument/2006/relationships/notesMaster" Target="/ppt/notesMasters/notesMaster1.xml" Id="R323ef43daac447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dac0f2b0394a0d" /><Relationship Type="http://schemas.openxmlformats.org/officeDocument/2006/relationships/notesMaster" Target="/ppt/notesMasters/notesMaster1.xml" Id="R1bf5a0b1ff7d4f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bb7e8383554ded" /><Relationship Type="http://schemas.openxmlformats.org/officeDocument/2006/relationships/notesMaster" Target="/ppt/notesMasters/notesMaster1.xml" Id="R0bab4416f04041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2527942abd4314" /><Relationship Type="http://schemas.openxmlformats.org/officeDocument/2006/relationships/notesMaster" Target="/ppt/notesMasters/notesMaster1.xml" Id="R3bec702fada645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Good morning/afternoon everyone. We are pleased to present our capstone project on customer churn prediction. Our work focuses on building an explainable hybrid machine learning framework that not only predicts churn accurately but also provides interpretable insights through SHAP.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Customer churn — when customers stop doing business with a company — is one of the most critical challenges faced by subscription-based businesses, especially in telecom. The cost of acquiring a new customer is 5–7 times higher than retaining an existing one. While many ML models achieve high accuracy, they function as black boxes. Our project addresses this gap by building a hybrid framework that is both accurate and explainable.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We reviewed 10 recent research papers from 2022 to 2025 covering various aspects of customer churn prediction. The key takeaway is that while several studies have explored individual aspects — ensemble learning, feature engineering, or explainable AI — none have successfully integrated all three into a unified hybrid framework. This literature gap is the primary motivation for our proposed approach.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Through our literature survey, we identified five critical research gaps. The most significant is the lack of integration between ensemble learning techniques and explainable AI. Most existing work either focuses on maximizing accuracy or providing interpretability, but rarely both. Our framework is designed to address all five gaps simultaneously.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Our project has four primary objectives, each with specific techniques. First, we preprocess the IBM Telco dataset using Pandas and Scikit-learn. Second, we conduct exploratory data analysis to understand churn patterns. Third, we compare six ML models and build a stacking ensemble. Finally, we use SHAP to explain both global feature importance and individual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Our proposed methodology follows a structured pipeline. We start with the IBM Telco dataset from Kaggle, then preprocess the data by handling missing values and encoding categorical variables. Feature engineering uses mutual information for selection. After EDA, we train six ML models including Logistic Regression, Decision Tree, Random Forest, SVM, KNN, and XGBoost. We evaluate all models, then apply SHAP for explainable AI. The final output is a churn prediction with interpretable insights for business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What makes our work novel? First, we combine six diverse ML models through a stacking ensemble — this is rare in churn prediction research. Second, we integrate SHAP explainability directly into the ensemble framework, providing both global feature importance and individual prediction explanations. Third, our feature engineering goes beyond basic preprocessing by using mutual information for selection. Fourth, we categorize customers into risk segments for targeted retention. Finally, the entire framework is designed for business decision support, not just academic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For our project, we use the IBM Telco Customer Churn dataset from Kaggle — a well-known benchmark with about 7,000 records and 33 features covering customer demographics, account information, and service subscriptions. All our tools are open-source: Python for programming, Google Colab for cloud-based development (no hardware requirements), Scikit-learn for ML models, Pandas for data handling, and SHAP for explainability. This makes the project highly feasible with zero software licensing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Our project follows a structured 9-phase plan. Starting with literature survey and dataset collection, we move through data preprocessing, EDA, model development and comparison. The key phases are model development where we train six different ML algorithms, and the explainable AI phase where we apply SHAP. Finally, we test and validate our models, and document all findings. The entire project is designed to be completed within a single academic semester.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https://agent.aippt.com/share/oY4S3mKl9DfLeCsV4PJ51A</a:t>
            </a:r>
          </a:p>
          <a:p xmlns:a="http://schemas.openxmlformats.org/drawingml/2006/main">
            <a:r>
              <a:t/>
            </a:r>
          </a:p>
          <a:p xmlns:a="http://schemas.openxmlformats.org/drawingml/2006/main">
            <a:r>
              <a:t>To summarize our expected outcomes: We aim to achieve highly accurate churn prediction using our hybrid ensemble framework, with SHAP providing transparent explanations for every prediction. This will enable businesses to identify at-risk customers, understand why they're likely to churn, and take targeted retention actions. For future work, we plan to explore deep learning models and deploy the solution through MLOps pipelines for real-time churn prediction. Thank you for your attention. We welcome any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8ce399414241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97e64a7a8e46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e47e2294ab4c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b7bcbda10d46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694d51ff844f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200ce2647f49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A9CDD4-79A8-4837-BDAA-D34E33427C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586B59-EE1D-4A82-A5D9-4A5F9F616F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65531D-5C5C-4FC9-BC37-406617CB13D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8609D5-C652-47DC-BB04-6121001FFC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A4F3BC-1758-4455-B6BE-90D03E2274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F2E8F8-25D7-4DE5-86AA-FA398926D1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4E0346-31DF-4693-B35D-63B6C9E59C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E60407D-DD87-45E9-891C-E625042859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447290-7A89-4B68-BFA8-EFA3A7CF05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9BA394-E656-405A-B06D-DF0C065024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fcebf8c0fe42b5" /><Relationship Type="http://schemas.openxmlformats.org/officeDocument/2006/relationships/slideLayout" Target="/ppt/slideLayouts/slideLayout1.xml" Id="R602a3b3978494fbf" /><Relationship Type="http://schemas.openxmlformats.org/officeDocument/2006/relationships/slideLayout" Target="/ppt/slideLayouts/slideLayout2.xml" Id="R3154cf1d7aef468d" /><Relationship Type="http://schemas.openxmlformats.org/officeDocument/2006/relationships/slideLayout" Target="/ppt/slideLayouts/slideLayout3.xml" Id="R5106b36f3a0749d4" /><Relationship Type="http://schemas.openxmlformats.org/officeDocument/2006/relationships/slideLayout" Target="/ppt/slideLayouts/slideLayout4.xml" Id="Rdc573df49d1a4154" /><Relationship Type="http://schemas.openxmlformats.org/officeDocument/2006/relationships/slideLayout" Target="/ppt/slideLayouts/slideLayout5.xml" Id="R6dd284ffca53412b" /><Relationship Type="http://schemas.openxmlformats.org/officeDocument/2006/relationships/slideLayout" Target="/ppt/slideLayouts/slideLayout6.xml" Id="R4d08f537a40a4d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2a3b3978494fbf"/>
    <p:sldLayoutId xmlns:r="http://schemas.openxmlformats.org/officeDocument/2006/relationships" id="2147483650" r:id="R3154cf1d7aef468d"/>
    <p:sldLayoutId xmlns:r="http://schemas.openxmlformats.org/officeDocument/2006/relationships" id="2147483651" r:id="R5106b36f3a0749d4"/>
    <p:sldLayoutId xmlns:r="http://schemas.openxmlformats.org/officeDocument/2006/relationships" id="2147483652" r:id="Rdc573df49d1a4154"/>
    <p:sldLayoutId xmlns:r="http://schemas.openxmlformats.org/officeDocument/2006/relationships" id="2147483653" r:id="R6dd284ffca53412b"/>
    <p:sldLayoutId xmlns:r="http://schemas.openxmlformats.org/officeDocument/2006/relationships" id="2147483654" r:id="R4d08f537a40a4d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d4717f97584262" /><Relationship Type="http://schemas.openxmlformats.org/officeDocument/2006/relationships/notesSlide" Target="/ppt/notesSlides/notesSlide1.xml" Id="Rf44d5b922a5e45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1f0a8c06454138" /><Relationship Type="http://schemas.openxmlformats.org/officeDocument/2006/relationships/image" Target="/ppt/media/image.png" Id="R0eb55da3f27647b1" /><Relationship Type="http://schemas.openxmlformats.org/officeDocument/2006/relationships/notesSlide" Target="/ppt/notesSlides/notesSlide2.xml" Id="R19e8d933b6d14b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cf91222ab5490d" /><Relationship Type="http://schemas.openxmlformats.org/officeDocument/2006/relationships/notesSlide" Target="/ppt/notesSlides/notesSlide3.xml" Id="R59fdfcead69643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ff5a432a2141b8" /><Relationship Type="http://schemas.openxmlformats.org/officeDocument/2006/relationships/image" Target="/ppt/media/image2.png" Id="R4694bfc472d648cd" /><Relationship Type="http://schemas.openxmlformats.org/officeDocument/2006/relationships/notesSlide" Target="/ppt/notesSlides/notesSlide4.xml" Id="R31eab334cf624d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7a6f772837e4198" /><Relationship Type="http://schemas.openxmlformats.org/officeDocument/2006/relationships/image" Target="/ppt/media/image3.png" Id="R17f2087d6e0c4495" /><Relationship Type="http://schemas.openxmlformats.org/officeDocument/2006/relationships/notesSlide" Target="/ppt/notesSlides/notesSlide5.xml" Id="R10f09a966ac04b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533fcbbd7e842b3" /><Relationship Type="http://schemas.openxmlformats.org/officeDocument/2006/relationships/notesSlide" Target="/ppt/notesSlides/notesSlide6.xml" Id="Rfc75b6b4be5a4c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b6f12e6e9f4c38" /><Relationship Type="http://schemas.openxmlformats.org/officeDocument/2006/relationships/image" Target="/ppt/media/image4.png" Id="R88cd19e4fa904af6" /><Relationship Type="http://schemas.openxmlformats.org/officeDocument/2006/relationships/notesSlide" Target="/ppt/notesSlides/notesSlide7.xml" Id="Re679a3a51eea4a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0f62cf575445e4" /><Relationship Type="http://schemas.openxmlformats.org/officeDocument/2006/relationships/image" Target="/ppt/media/image5.png" Id="R351232cbd2c44465" /><Relationship Type="http://schemas.openxmlformats.org/officeDocument/2006/relationships/notesSlide" Target="/ppt/notesSlides/notesSlide8.xml" Id="R23d2bed85fe84b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176561947548d3" /><Relationship Type="http://schemas.openxmlformats.org/officeDocument/2006/relationships/notesSlide" Target="/ppt/notesSlides/notesSlide9.xml" Id="R930e705299424e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2a9fb2681f242c9" /><Relationship Type="http://schemas.openxmlformats.org/officeDocument/2006/relationships/notesSlide" Target="/ppt/notesSlides/notesSlide10.xml" Id="R7a99b3c67ac147e4" /></Relationships>
</file>

<file path=ppt/slides/slide1.xml><?xml version="1.0" encoding="utf-8"?>
<p:sld xmlns:p="http://schemas.openxmlformats.org/presentationml/2006/main">
  <p:cSld>
    <p:bg>
      <p:bgPr>
        <a:solidFill xmlns:a="http://schemas.openxmlformats.org/drawingml/2006/main">
          <a:srgbClr val="002FA7"/>
        </a:solidFill>
      </p:bgPr>
    </p:bg>
    <p:spTree>
      <p:nvGrpSpPr>
        <p:cNvPr id="1" name=""/>
        <p:cNvGrpSpPr/>
        <p:nvPr/>
      </p:nvGrpSpPr>
      <p:grpSpPr>
        <a:xfrm xmlns:a="http://schemas.openxmlformats.org/drawingml/2006/main"/>
      </p:grpSpPr>
      <p:sp>
        <p:nvSpPr>
          <p:cNvPr id="13" name="text-1">
            <a:extLst xmlns:a="http://schemas.openxmlformats.org/drawingml/2006/main">
              <a:ext uri="{FF2B5EF4-FFF2-40B4-BE49-F238E27FC236}">
                <a16:creationId xmlns:a16="http://schemas.microsoft.com/office/drawing/2014/main" id="{454EB7D4-033E-4BE9-A1F0-1AA6F49F675D}"/>
              </a:ext>
            </a:extLst>
          </p:cNvPr>
          <p:cNvSpPr>
            <a:spLocks xmlns:a="http://schemas.openxmlformats.org/drawingml/2006/main" noGrp="1"/>
          </p:cNvSpPr>
          <p:nvPr/>
        </p:nvSpPr>
        <p:spPr>
          <a:xfrm xmlns:a="http://schemas.openxmlformats.org/drawingml/2006/main">
            <a:off x="228600" y="114300"/>
            <a:ext cx="1156136"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8097D3"/>
                </a:solidFill>
                <a:latin typeface="Courier New"/>
                <a:ea typeface="Courier New"/>
                <a:cs typeface="Courier New"/>
              </a:defRPr>
            </a:defPPr>
            <a:lvl1pPr>
              <a:defRPr sz="975" b="0">
                <a:solidFill>
                  <a:srgbClr val="8097D3"/>
                </a:solidFill>
                <a:latin typeface="Courier New"/>
                <a:ea typeface="Courier New"/>
                <a:cs typeface="Courier New"/>
              </a:defRPr>
            </a:lvl1pPr>
            <a:lvl2pPr>
              <a:defRPr sz="975" b="0">
                <a:solidFill>
                  <a:srgbClr val="8097D3"/>
                </a:solidFill>
                <a:latin typeface="Courier New"/>
                <a:ea typeface="Courier New"/>
                <a:cs typeface="Courier New"/>
              </a:defRPr>
            </a:lvl2pPr>
            <a:lvl3pPr>
              <a:defRPr sz="975" b="0">
                <a:solidFill>
                  <a:srgbClr val="8097D3"/>
                </a:solidFill>
                <a:latin typeface="Courier New"/>
                <a:ea typeface="Courier New"/>
                <a:cs typeface="Courier New"/>
              </a:defRPr>
            </a:lvl3pPr>
            <a:lvl4pPr>
              <a:defRPr sz="975" b="0">
                <a:solidFill>
                  <a:srgbClr val="8097D3"/>
                </a:solidFill>
                <a:latin typeface="Courier New"/>
                <a:ea typeface="Courier New"/>
                <a:cs typeface="Courier New"/>
              </a:defRPr>
            </a:lvl4pPr>
            <a:lvl5pPr>
              <a:defRPr sz="975" b="0">
                <a:solidFill>
                  <a:srgbClr val="8097D3"/>
                </a:solidFill>
                <a:latin typeface="Courier New"/>
                <a:ea typeface="Courier New"/>
                <a:cs typeface="Courier New"/>
              </a:defRPr>
            </a:lvl5pPr>
            <a:lvl6pPr>
              <a:defRPr sz="975" b="0">
                <a:solidFill>
                  <a:srgbClr val="8097D3"/>
                </a:solidFill>
                <a:latin typeface="Courier New"/>
                <a:ea typeface="Courier New"/>
                <a:cs typeface="Courier New"/>
              </a:defRPr>
            </a:lvl6pPr>
            <a:lvl7pPr>
              <a:defRPr sz="975" b="0">
                <a:solidFill>
                  <a:srgbClr val="8097D3"/>
                </a:solidFill>
                <a:latin typeface="Courier New"/>
                <a:ea typeface="Courier New"/>
                <a:cs typeface="Courier New"/>
              </a:defRPr>
            </a:lvl7pPr>
            <a:lvl8pPr>
              <a:defRPr sz="975" b="0">
                <a:solidFill>
                  <a:srgbClr val="8097D3"/>
                </a:solidFill>
                <a:latin typeface="Courier New"/>
                <a:ea typeface="Courier New"/>
                <a:cs typeface="Courier New"/>
              </a:defRPr>
            </a:lvl8pPr>
            <a:lvl9pPr>
              <a:defRPr sz="975" b="0">
                <a:solidFill>
                  <a:srgbClr val="8097D3"/>
                </a:solidFill>
                <a:latin typeface="Courier New"/>
                <a:ea typeface="Courier New"/>
                <a:cs typeface="Courier New"/>
              </a:defRPr>
            </a:lvl9pPr>
          </a:lstStyle>
          <a:p xmlns:a="http://schemas.openxmlformats.org/drawingml/2006/main">
            <a:pPr>
              <a:defRPr sz="975" b="0">
                <a:solidFill>
                  <a:srgbClr val="8097D3"/>
                </a:solidFill>
                <a:latin typeface="Courier New"/>
                <a:ea typeface="Courier New"/>
                <a:cs typeface="Courier New"/>
              </a:defRPr>
            </a:pPr>
            <a:r>
              <a:rPr sz="975" b="0">
                <a:solidFill>
                  <a:srgbClr val="8097D3"/>
                </a:solidFill>
                <a:latin typeface="Courier New"/>
                <a:ea typeface="Courier New"/>
                <a:cs typeface="Courier New"/>
              </a:rPr>
              <a:t>00 / COVER</a:t>
            </a:r>
          </a:p>
        </p:txBody>
      </p:sp>
      <p:sp>
        <p:nvSpPr>
          <p:cNvPr id="2" name="text-2">
            <a:extLst xmlns:a="http://schemas.openxmlformats.org/drawingml/2006/main">
              <a:ext uri="{FF2B5EF4-FFF2-40B4-BE49-F238E27FC236}">
                <a16:creationId xmlns:a16="http://schemas.microsoft.com/office/drawing/2014/main" id="{F84238C8-E685-4185-84F7-88739A033934}"/>
              </a:ext>
            </a:extLst>
          </p:cNvPr>
          <p:cNvSpPr>
            <a:spLocks xmlns:a="http://schemas.openxmlformats.org/drawingml/2006/main" noGrp="1"/>
          </p:cNvSpPr>
          <p:nvPr/>
        </p:nvSpPr>
        <p:spPr>
          <a:xfrm xmlns:a="http://schemas.openxmlformats.org/drawingml/2006/main">
            <a:off x="571500" y="762000"/>
            <a:ext cx="3759491"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B3C1E5"/>
                </a:solidFill>
                <a:latin typeface="Courier New"/>
                <a:ea typeface="Courier New"/>
                <a:cs typeface="Courier New"/>
              </a:defRPr>
            </a:defPPr>
            <a:lvl1pPr>
              <a:defRPr sz="1050" b="0">
                <a:solidFill>
                  <a:srgbClr val="B3C1E5"/>
                </a:solidFill>
                <a:latin typeface="Courier New"/>
                <a:ea typeface="Courier New"/>
                <a:cs typeface="Courier New"/>
              </a:defRPr>
            </a:lvl1pPr>
            <a:lvl2pPr>
              <a:defRPr sz="1050" b="0">
                <a:solidFill>
                  <a:srgbClr val="B3C1E5"/>
                </a:solidFill>
                <a:latin typeface="Courier New"/>
                <a:ea typeface="Courier New"/>
                <a:cs typeface="Courier New"/>
              </a:defRPr>
            </a:lvl2pPr>
            <a:lvl3pPr>
              <a:defRPr sz="1050" b="0">
                <a:solidFill>
                  <a:srgbClr val="B3C1E5"/>
                </a:solidFill>
                <a:latin typeface="Courier New"/>
                <a:ea typeface="Courier New"/>
                <a:cs typeface="Courier New"/>
              </a:defRPr>
            </a:lvl3pPr>
            <a:lvl4pPr>
              <a:defRPr sz="1050" b="0">
                <a:solidFill>
                  <a:srgbClr val="B3C1E5"/>
                </a:solidFill>
                <a:latin typeface="Courier New"/>
                <a:ea typeface="Courier New"/>
                <a:cs typeface="Courier New"/>
              </a:defRPr>
            </a:lvl4pPr>
            <a:lvl5pPr>
              <a:defRPr sz="1050" b="0">
                <a:solidFill>
                  <a:srgbClr val="B3C1E5"/>
                </a:solidFill>
                <a:latin typeface="Courier New"/>
                <a:ea typeface="Courier New"/>
                <a:cs typeface="Courier New"/>
              </a:defRPr>
            </a:lvl5pPr>
            <a:lvl6pPr>
              <a:defRPr sz="1050" b="0">
                <a:solidFill>
                  <a:srgbClr val="B3C1E5"/>
                </a:solidFill>
                <a:latin typeface="Courier New"/>
                <a:ea typeface="Courier New"/>
                <a:cs typeface="Courier New"/>
              </a:defRPr>
            </a:lvl6pPr>
            <a:lvl7pPr>
              <a:defRPr sz="1050" b="0">
                <a:solidFill>
                  <a:srgbClr val="B3C1E5"/>
                </a:solidFill>
                <a:latin typeface="Courier New"/>
                <a:ea typeface="Courier New"/>
                <a:cs typeface="Courier New"/>
              </a:defRPr>
            </a:lvl7pPr>
            <a:lvl8pPr>
              <a:defRPr sz="1050" b="0">
                <a:solidFill>
                  <a:srgbClr val="B3C1E5"/>
                </a:solidFill>
                <a:latin typeface="Courier New"/>
                <a:ea typeface="Courier New"/>
                <a:cs typeface="Courier New"/>
              </a:defRPr>
            </a:lvl8pPr>
            <a:lvl9pPr>
              <a:defRPr sz="1050" b="0">
                <a:solidFill>
                  <a:srgbClr val="B3C1E5"/>
                </a:solidFill>
                <a:latin typeface="Courier New"/>
                <a:ea typeface="Courier New"/>
                <a:cs typeface="Courier New"/>
              </a:defRPr>
            </a:lvl9pPr>
          </a:lstStyle>
          <a:p xmlns:a="http://schemas.openxmlformats.org/drawingml/2006/main">
            <a:pPr>
              <a:defRPr sz="1050" b="0">
                <a:solidFill>
                  <a:srgbClr val="B3C1E5"/>
                </a:solidFill>
                <a:latin typeface="Courier New"/>
                <a:ea typeface="Courier New"/>
                <a:cs typeface="Courier New"/>
              </a:defRPr>
            </a:pPr>
            <a:r>
              <a:rPr sz="1050" b="0">
                <a:solidFill>
                  <a:srgbClr val="B3C1E5"/>
                </a:solidFill>
                <a:latin typeface="Courier New"/>
                <a:ea typeface="Courier New"/>
                <a:cs typeface="Courier New"/>
              </a:rPr>
              <a:t>B.TECH CAPSTONE PROJECT REVIEW</a:t>
            </a:r>
          </a:p>
        </p:txBody>
      </p:sp>
      <p:sp>
        <p:nvSpPr>
          <p:cNvPr id="3" name="text-3">
            <a:extLst xmlns:a="http://schemas.openxmlformats.org/drawingml/2006/main">
              <a:ext uri="{FF2B5EF4-FFF2-40B4-BE49-F238E27FC236}">
                <a16:creationId xmlns:a16="http://schemas.microsoft.com/office/drawing/2014/main" id="{AD9871E5-D10C-4389-ABFC-01F52303F3F1}"/>
              </a:ext>
            </a:extLst>
          </p:cNvPr>
          <p:cNvSpPr>
            <a:spLocks xmlns:a="http://schemas.openxmlformats.org/drawingml/2006/main" noGrp="1"/>
          </p:cNvSpPr>
          <p:nvPr/>
        </p:nvSpPr>
        <p:spPr>
          <a:xfrm xmlns:a="http://schemas.openxmlformats.org/drawingml/2006/main">
            <a:off x="571500" y="1133475"/>
            <a:ext cx="10206186"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An Explainable Hybrid Machine Learning Framework for Customer Churn Prediction Using Feature Engineering and Ensemble Learning</a:t>
            </a:r>
          </a:p>
        </p:txBody>
      </p:sp>
      <p:sp>
        <p:nvSpPr>
          <p:cNvPr id="4" name="">
            <a:extLst xmlns:a="http://schemas.openxmlformats.org/drawingml/2006/main">
              <a:ext uri="{FF2B5EF4-FFF2-40B4-BE49-F238E27FC236}">
                <a16:creationId xmlns:a16="http://schemas.microsoft.com/office/drawing/2014/main" id="{B80795E6-BAF6-49E1-BFB4-424CD94FB9E3}"/>
              </a:ext>
            </a:extLst>
          </p:cNvPr>
          <p:cNvSpPr>
            <a:spLocks xmlns:a="http://schemas.openxmlformats.org/drawingml/2006/main" noGrp="1"/>
          </p:cNvSpPr>
          <p:nvPr/>
        </p:nvSpPr>
        <p:spPr>
          <a:xfrm xmlns:a="http://schemas.openxmlformats.org/drawingml/2006/main">
            <a:off x="571500" y="2000250"/>
            <a:ext cx="762000" cy="28575"/>
          </a:xfrm>
          <a:prstGeom xmlns:a="http://schemas.openxmlformats.org/drawingml/2006/main" prst="rect">
            <a:avLst/>
          </a:prstGeom>
          <a:solidFill xmlns:a="http://schemas.openxmlformats.org/drawingml/2006/main">
            <a:srgbClr val="99ACDC"/>
          </a:solidFill>
          <a:ln xmlns:a="http://schemas.openxmlformats.org/drawingml/2006/main" w="0">
            <a:noFill/>
            <a:prstDash val="solid"/>
          </a:ln>
        </p:spPr>
      </p:sp>
      <p:sp>
        <p:nvSpPr>
          <p:cNvPr id="5" name="text-5">
            <a:extLst xmlns:a="http://schemas.openxmlformats.org/drawingml/2006/main">
              <a:ext uri="{FF2B5EF4-FFF2-40B4-BE49-F238E27FC236}">
                <a16:creationId xmlns:a16="http://schemas.microsoft.com/office/drawing/2014/main" id="{0067F9E3-DF4E-43B9-9268-601129078F91}"/>
              </a:ext>
            </a:extLst>
          </p:cNvPr>
          <p:cNvSpPr>
            <a:spLocks xmlns:a="http://schemas.openxmlformats.org/drawingml/2006/main" noGrp="1"/>
          </p:cNvSpPr>
          <p:nvPr/>
        </p:nvSpPr>
        <p:spPr>
          <a:xfrm xmlns:a="http://schemas.openxmlformats.org/drawingml/2006/main">
            <a:off x="571500" y="2219325"/>
            <a:ext cx="2623224"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CD5ED"/>
                </a:solidFill>
                <a:latin typeface="Arial"/>
                <a:ea typeface="Arial"/>
                <a:cs typeface="Arial"/>
              </a:defRPr>
            </a:defPPr>
            <a:lvl1pPr>
              <a:defRPr sz="1200" b="0">
                <a:solidFill>
                  <a:srgbClr val="CCD5ED"/>
                </a:solidFill>
                <a:latin typeface="Arial"/>
                <a:ea typeface="Arial"/>
                <a:cs typeface="Arial"/>
              </a:defRPr>
            </a:lvl1pPr>
            <a:lvl2pPr>
              <a:defRPr sz="1200" b="0">
                <a:solidFill>
                  <a:srgbClr val="CCD5ED"/>
                </a:solidFill>
                <a:latin typeface="Arial"/>
                <a:ea typeface="Arial"/>
                <a:cs typeface="Arial"/>
              </a:defRPr>
            </a:lvl2pPr>
            <a:lvl3pPr>
              <a:defRPr sz="1200" b="0">
                <a:solidFill>
                  <a:srgbClr val="CCD5ED"/>
                </a:solidFill>
                <a:latin typeface="Arial"/>
                <a:ea typeface="Arial"/>
                <a:cs typeface="Arial"/>
              </a:defRPr>
            </a:lvl3pPr>
            <a:lvl4pPr>
              <a:defRPr sz="1200" b="0">
                <a:solidFill>
                  <a:srgbClr val="CCD5ED"/>
                </a:solidFill>
                <a:latin typeface="Arial"/>
                <a:ea typeface="Arial"/>
                <a:cs typeface="Arial"/>
              </a:defRPr>
            </a:lvl4pPr>
            <a:lvl5pPr>
              <a:defRPr sz="1200" b="0">
                <a:solidFill>
                  <a:srgbClr val="CCD5ED"/>
                </a:solidFill>
                <a:latin typeface="Arial"/>
                <a:ea typeface="Arial"/>
                <a:cs typeface="Arial"/>
              </a:defRPr>
            </a:lvl5pPr>
            <a:lvl6pPr>
              <a:defRPr sz="1200" b="0">
                <a:solidFill>
                  <a:srgbClr val="CCD5ED"/>
                </a:solidFill>
                <a:latin typeface="Arial"/>
                <a:ea typeface="Arial"/>
                <a:cs typeface="Arial"/>
              </a:defRPr>
            </a:lvl6pPr>
            <a:lvl7pPr>
              <a:defRPr sz="1200" b="0">
                <a:solidFill>
                  <a:srgbClr val="CCD5ED"/>
                </a:solidFill>
                <a:latin typeface="Arial"/>
                <a:ea typeface="Arial"/>
                <a:cs typeface="Arial"/>
              </a:defRPr>
            </a:lvl7pPr>
            <a:lvl8pPr>
              <a:defRPr sz="1200" b="0">
                <a:solidFill>
                  <a:srgbClr val="CCD5ED"/>
                </a:solidFill>
                <a:latin typeface="Arial"/>
                <a:ea typeface="Arial"/>
                <a:cs typeface="Arial"/>
              </a:defRPr>
            </a:lvl8pPr>
            <a:lvl9pPr>
              <a:defRPr sz="1200" b="0">
                <a:solidFill>
                  <a:srgbClr val="CCD5ED"/>
                </a:solidFill>
                <a:latin typeface="Arial"/>
                <a:ea typeface="Arial"/>
                <a:cs typeface="Arial"/>
              </a:defRPr>
            </a:lvl9pPr>
          </a:lstStyle>
          <a:p xmlns:a="http://schemas.openxmlformats.org/drawingml/2006/main">
            <a:pPr>
              <a:defRPr sz="1200" b="0">
                <a:solidFill>
                  <a:srgbClr val="CCD5ED"/>
                </a:solidFill>
                <a:latin typeface="Arial"/>
                <a:ea typeface="Arial"/>
                <a:cs typeface="Arial"/>
              </a:defRPr>
            </a:pPr>
            <a:r>
              <a:rPr sz="1200" b="0">
                <a:solidFill>
                  <a:srgbClr val="CCD5ED"/>
                </a:solidFill>
                <a:latin typeface="Arial"/>
                <a:ea typeface="Arial"/>
                <a:cs typeface="Arial"/>
              </a:rPr>
              <a:t>Academic Year 2026–2027</a:t>
            </a:r>
          </a:p>
        </p:txBody>
      </p:sp>
      <p:sp>
        <p:nvSpPr>
          <p:cNvPr id="6" name="text-6">
            <a:extLst xmlns:a="http://schemas.openxmlformats.org/drawingml/2006/main">
              <a:ext uri="{FF2B5EF4-FFF2-40B4-BE49-F238E27FC236}">
                <a16:creationId xmlns:a16="http://schemas.microsoft.com/office/drawing/2014/main" id="{C2359533-397E-47FA-9C9F-AD4A0255A907}"/>
              </a:ext>
            </a:extLst>
          </p:cNvPr>
          <p:cNvSpPr>
            <a:spLocks xmlns:a="http://schemas.openxmlformats.org/drawingml/2006/main" noGrp="1"/>
          </p:cNvSpPr>
          <p:nvPr/>
        </p:nvSpPr>
        <p:spPr>
          <a:xfrm xmlns:a="http://schemas.openxmlformats.org/drawingml/2006/main">
            <a:off x="571500" y="4770388"/>
            <a:ext cx="141451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E6EAF6"/>
                </a:solidFill>
                <a:latin typeface="Arial"/>
                <a:ea typeface="Arial"/>
                <a:cs typeface="Arial"/>
              </a:defRPr>
            </a:defPPr>
            <a:lvl1pPr>
              <a:defRPr sz="1200" b="0">
                <a:solidFill>
                  <a:srgbClr val="E6EAF6"/>
                </a:solidFill>
                <a:latin typeface="Arial"/>
                <a:ea typeface="Arial"/>
                <a:cs typeface="Arial"/>
              </a:defRPr>
            </a:lvl1pPr>
            <a:lvl2pPr>
              <a:defRPr sz="1200" b="0">
                <a:solidFill>
                  <a:srgbClr val="E6EAF6"/>
                </a:solidFill>
                <a:latin typeface="Arial"/>
                <a:ea typeface="Arial"/>
                <a:cs typeface="Arial"/>
              </a:defRPr>
            </a:lvl2pPr>
            <a:lvl3pPr>
              <a:defRPr sz="1200" b="0">
                <a:solidFill>
                  <a:srgbClr val="E6EAF6"/>
                </a:solidFill>
                <a:latin typeface="Arial"/>
                <a:ea typeface="Arial"/>
                <a:cs typeface="Arial"/>
              </a:defRPr>
            </a:lvl3pPr>
            <a:lvl4pPr>
              <a:defRPr sz="1200" b="0">
                <a:solidFill>
                  <a:srgbClr val="E6EAF6"/>
                </a:solidFill>
                <a:latin typeface="Arial"/>
                <a:ea typeface="Arial"/>
                <a:cs typeface="Arial"/>
              </a:defRPr>
            </a:lvl4pPr>
            <a:lvl5pPr>
              <a:defRPr sz="1200" b="0">
                <a:solidFill>
                  <a:srgbClr val="E6EAF6"/>
                </a:solidFill>
                <a:latin typeface="Arial"/>
                <a:ea typeface="Arial"/>
                <a:cs typeface="Arial"/>
              </a:defRPr>
            </a:lvl5pPr>
            <a:lvl6pPr>
              <a:defRPr sz="1200" b="0">
                <a:solidFill>
                  <a:srgbClr val="E6EAF6"/>
                </a:solidFill>
                <a:latin typeface="Arial"/>
                <a:ea typeface="Arial"/>
                <a:cs typeface="Arial"/>
              </a:defRPr>
            </a:lvl6pPr>
            <a:lvl7pPr>
              <a:defRPr sz="1200" b="0">
                <a:solidFill>
                  <a:srgbClr val="E6EAF6"/>
                </a:solidFill>
                <a:latin typeface="Arial"/>
                <a:ea typeface="Arial"/>
                <a:cs typeface="Arial"/>
              </a:defRPr>
            </a:lvl7pPr>
            <a:lvl8pPr>
              <a:defRPr sz="1200" b="0">
                <a:solidFill>
                  <a:srgbClr val="E6EAF6"/>
                </a:solidFill>
                <a:latin typeface="Arial"/>
                <a:ea typeface="Arial"/>
                <a:cs typeface="Arial"/>
              </a:defRPr>
            </a:lvl8pPr>
            <a:lvl9pPr>
              <a:defRPr sz="1200" b="0">
                <a:solidFill>
                  <a:srgbClr val="E6EAF6"/>
                </a:solidFill>
                <a:latin typeface="Arial"/>
                <a:ea typeface="Arial"/>
                <a:cs typeface="Arial"/>
              </a:defRPr>
            </a:lvl9pPr>
          </a:lstStyle>
          <a:p xmlns:a="http://schemas.openxmlformats.org/drawingml/2006/main">
            <a:pPr>
              <a:defRPr sz="1200" b="0">
                <a:solidFill>
                  <a:srgbClr val="E6EAF6"/>
                </a:solidFill>
                <a:latin typeface="Arial"/>
                <a:ea typeface="Arial"/>
                <a:cs typeface="Arial"/>
              </a:defRPr>
            </a:pPr>
            <a:r>
              <a:rPr sz="1200" b="0">
                <a:solidFill>
                  <a:srgbClr val="E6EAF6"/>
                </a:solidFill>
                <a:latin typeface="Arial"/>
                <a:ea typeface="Arial"/>
                <a:cs typeface="Arial"/>
              </a:rPr>
              <a:t>Team Members</a:t>
            </a:r>
          </a:p>
        </p:txBody>
      </p:sp>
      <p:sp>
        <p:nvSpPr>
          <p:cNvPr id="7" name="text-7">
            <a:extLst xmlns:a="http://schemas.openxmlformats.org/drawingml/2006/main">
              <a:ext uri="{FF2B5EF4-FFF2-40B4-BE49-F238E27FC236}">
                <a16:creationId xmlns:a16="http://schemas.microsoft.com/office/drawing/2014/main" id="{45BBBD13-72DD-40E7-9F49-6099AB4F1EB7}"/>
              </a:ext>
            </a:extLst>
          </p:cNvPr>
          <p:cNvSpPr>
            <a:spLocks xmlns:a="http://schemas.openxmlformats.org/drawingml/2006/main" noGrp="1"/>
          </p:cNvSpPr>
          <p:nvPr/>
        </p:nvSpPr>
        <p:spPr>
          <a:xfrm xmlns:a="http://schemas.openxmlformats.org/drawingml/2006/main">
            <a:off x="571500" y="5734050"/>
            <a:ext cx="1770388"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BFCBE9"/>
                </a:solidFill>
                <a:latin typeface="Arial"/>
                <a:ea typeface="Arial"/>
                <a:cs typeface="Arial"/>
              </a:defRPr>
            </a:defPPr>
            <a:lvl1pPr>
              <a:defRPr sz="1050" b="0">
                <a:solidFill>
                  <a:srgbClr val="BFCBE9"/>
                </a:solidFill>
                <a:latin typeface="Arial"/>
                <a:ea typeface="Arial"/>
                <a:cs typeface="Arial"/>
              </a:defRPr>
            </a:lvl1pPr>
            <a:lvl2pPr>
              <a:defRPr sz="1050" b="0">
                <a:solidFill>
                  <a:srgbClr val="BFCBE9"/>
                </a:solidFill>
                <a:latin typeface="Arial"/>
                <a:ea typeface="Arial"/>
                <a:cs typeface="Arial"/>
              </a:defRPr>
            </a:lvl2pPr>
            <a:lvl3pPr>
              <a:defRPr sz="1050" b="0">
                <a:solidFill>
                  <a:srgbClr val="BFCBE9"/>
                </a:solidFill>
                <a:latin typeface="Arial"/>
                <a:ea typeface="Arial"/>
                <a:cs typeface="Arial"/>
              </a:defRPr>
            </a:lvl3pPr>
            <a:lvl4pPr>
              <a:defRPr sz="1050" b="0">
                <a:solidFill>
                  <a:srgbClr val="BFCBE9"/>
                </a:solidFill>
                <a:latin typeface="Arial"/>
                <a:ea typeface="Arial"/>
                <a:cs typeface="Arial"/>
              </a:defRPr>
            </a:lvl4pPr>
            <a:lvl5pPr>
              <a:defRPr sz="1050" b="0">
                <a:solidFill>
                  <a:srgbClr val="BFCBE9"/>
                </a:solidFill>
                <a:latin typeface="Arial"/>
                <a:ea typeface="Arial"/>
                <a:cs typeface="Arial"/>
              </a:defRPr>
            </a:lvl5pPr>
            <a:lvl6pPr>
              <a:defRPr sz="1050" b="0">
                <a:solidFill>
                  <a:srgbClr val="BFCBE9"/>
                </a:solidFill>
                <a:latin typeface="Arial"/>
                <a:ea typeface="Arial"/>
                <a:cs typeface="Arial"/>
              </a:defRPr>
            </a:lvl6pPr>
            <a:lvl7pPr>
              <a:defRPr sz="1050" b="0">
                <a:solidFill>
                  <a:srgbClr val="BFCBE9"/>
                </a:solidFill>
                <a:latin typeface="Arial"/>
                <a:ea typeface="Arial"/>
                <a:cs typeface="Arial"/>
              </a:defRPr>
            </a:lvl7pPr>
            <a:lvl8pPr>
              <a:defRPr sz="1050" b="0">
                <a:solidFill>
                  <a:srgbClr val="BFCBE9"/>
                </a:solidFill>
                <a:latin typeface="Arial"/>
                <a:ea typeface="Arial"/>
                <a:cs typeface="Arial"/>
              </a:defRPr>
            </a:lvl8pPr>
            <a:lvl9pPr>
              <a:defRPr sz="1050" b="0">
                <a:solidFill>
                  <a:srgbClr val="BFCBE9"/>
                </a:solidFill>
                <a:latin typeface="Arial"/>
                <a:ea typeface="Arial"/>
                <a:cs typeface="Arial"/>
              </a:defRPr>
            </a:lvl9pPr>
          </a:lstStyle>
          <a:p xmlns:a="http://schemas.openxmlformats.org/drawingml/2006/main">
            <a:pPr>
              <a:defRPr sz="1050" b="0">
                <a:solidFill>
                  <a:srgbClr val="BFCBE9"/>
                </a:solidFill>
                <a:latin typeface="Arial"/>
                <a:ea typeface="Arial"/>
                <a:cs typeface="Arial"/>
              </a:defRPr>
            </a:pPr>
            <a:r>
              <a:rPr sz="1050" b="0">
                <a:solidFill>
                  <a:srgbClr val="BFCBE9"/>
                </a:solidFill>
                <a:latin typeface="Arial"/>
                <a:ea typeface="Arial"/>
                <a:cs typeface="Arial"/>
              </a:rPr>
              <a:t>Under the Guidance of</a:t>
            </a:r>
          </a:p>
        </p:txBody>
      </p:sp>
      <p:sp>
        <p:nvSpPr>
          <p:cNvPr id="8" name="text-8">
            <a:extLst xmlns:a="http://schemas.openxmlformats.org/drawingml/2006/main">
              <a:ext uri="{FF2B5EF4-FFF2-40B4-BE49-F238E27FC236}">
                <a16:creationId xmlns:a16="http://schemas.microsoft.com/office/drawing/2014/main" id="{8D29194D-5779-4D82-B530-8F6A105761F4}"/>
              </a:ext>
            </a:extLst>
          </p:cNvPr>
          <p:cNvSpPr>
            <a:spLocks xmlns:a="http://schemas.openxmlformats.org/drawingml/2006/main" noGrp="1"/>
          </p:cNvSpPr>
          <p:nvPr/>
        </p:nvSpPr>
        <p:spPr>
          <a:xfrm xmlns:a="http://schemas.openxmlformats.org/drawingml/2006/main">
            <a:off x="10518279" y="5943600"/>
            <a:ext cx="1426071"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KL University</a:t>
            </a:r>
          </a:p>
        </p:txBody>
      </p:sp>
      <p:sp>
        <p:nvSpPr>
          <p:cNvPr id="9" name="text-9">
            <a:extLst xmlns:a="http://schemas.openxmlformats.org/drawingml/2006/main">
              <a:ext uri="{FF2B5EF4-FFF2-40B4-BE49-F238E27FC236}">
                <a16:creationId xmlns:a16="http://schemas.microsoft.com/office/drawing/2014/main" id="{F3DDBDDD-650A-40BB-BE4C-34C0949D8932}"/>
              </a:ext>
            </a:extLst>
          </p:cNvPr>
          <p:cNvSpPr>
            <a:spLocks xmlns:a="http://schemas.openxmlformats.org/drawingml/2006/main" noGrp="1"/>
          </p:cNvSpPr>
          <p:nvPr/>
        </p:nvSpPr>
        <p:spPr>
          <a:xfrm xmlns:a="http://schemas.openxmlformats.org/drawingml/2006/main">
            <a:off x="8970466" y="6143625"/>
            <a:ext cx="297388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B3C1E5"/>
                </a:solidFill>
                <a:latin typeface="Arial"/>
                <a:ea typeface="Arial"/>
                <a:cs typeface="Arial"/>
              </a:defRPr>
            </a:defPPr>
            <a:lvl1pPr>
              <a:defRPr sz="975" b="0">
                <a:solidFill>
                  <a:srgbClr val="B3C1E5"/>
                </a:solidFill>
                <a:latin typeface="Arial"/>
                <a:ea typeface="Arial"/>
                <a:cs typeface="Arial"/>
              </a:defRPr>
            </a:lvl1pPr>
            <a:lvl2pPr>
              <a:defRPr sz="975" b="0">
                <a:solidFill>
                  <a:srgbClr val="B3C1E5"/>
                </a:solidFill>
                <a:latin typeface="Arial"/>
                <a:ea typeface="Arial"/>
                <a:cs typeface="Arial"/>
              </a:defRPr>
            </a:lvl2pPr>
            <a:lvl3pPr>
              <a:defRPr sz="975" b="0">
                <a:solidFill>
                  <a:srgbClr val="B3C1E5"/>
                </a:solidFill>
                <a:latin typeface="Arial"/>
                <a:ea typeface="Arial"/>
                <a:cs typeface="Arial"/>
              </a:defRPr>
            </a:lvl3pPr>
            <a:lvl4pPr>
              <a:defRPr sz="975" b="0">
                <a:solidFill>
                  <a:srgbClr val="B3C1E5"/>
                </a:solidFill>
                <a:latin typeface="Arial"/>
                <a:ea typeface="Arial"/>
                <a:cs typeface="Arial"/>
              </a:defRPr>
            </a:lvl4pPr>
            <a:lvl5pPr>
              <a:defRPr sz="975" b="0">
                <a:solidFill>
                  <a:srgbClr val="B3C1E5"/>
                </a:solidFill>
                <a:latin typeface="Arial"/>
                <a:ea typeface="Arial"/>
                <a:cs typeface="Arial"/>
              </a:defRPr>
            </a:lvl5pPr>
            <a:lvl6pPr>
              <a:defRPr sz="975" b="0">
                <a:solidFill>
                  <a:srgbClr val="B3C1E5"/>
                </a:solidFill>
                <a:latin typeface="Arial"/>
                <a:ea typeface="Arial"/>
                <a:cs typeface="Arial"/>
              </a:defRPr>
            </a:lvl6pPr>
            <a:lvl7pPr>
              <a:defRPr sz="975" b="0">
                <a:solidFill>
                  <a:srgbClr val="B3C1E5"/>
                </a:solidFill>
                <a:latin typeface="Arial"/>
                <a:ea typeface="Arial"/>
                <a:cs typeface="Arial"/>
              </a:defRPr>
            </a:lvl7pPr>
            <a:lvl8pPr>
              <a:defRPr sz="975" b="0">
                <a:solidFill>
                  <a:srgbClr val="B3C1E5"/>
                </a:solidFill>
                <a:latin typeface="Arial"/>
                <a:ea typeface="Arial"/>
                <a:cs typeface="Arial"/>
              </a:defRPr>
            </a:lvl8pPr>
            <a:lvl9pPr>
              <a:defRPr sz="975" b="0">
                <a:solidFill>
                  <a:srgbClr val="B3C1E5"/>
                </a:solidFill>
                <a:latin typeface="Arial"/>
                <a:ea typeface="Arial"/>
                <a:cs typeface="Arial"/>
              </a:defRPr>
            </a:lvl9pPr>
          </a:lstStyle>
          <a:p xmlns:a="http://schemas.openxmlformats.org/drawingml/2006/main">
            <a:pPr>
              <a:defRPr sz="975" b="0">
                <a:solidFill>
                  <a:srgbClr val="B3C1E5"/>
                </a:solidFill>
                <a:latin typeface="Arial"/>
                <a:ea typeface="Arial"/>
                <a:cs typeface="Arial"/>
              </a:defRPr>
            </a:pPr>
            <a:r>
              <a:rPr sz="975" b="0">
                <a:solidFill>
                  <a:srgbClr val="B3C1E5"/>
                </a:solidFill>
                <a:latin typeface="Arial"/>
                <a:ea typeface="Arial"/>
                <a:cs typeface="Arial"/>
              </a:rPr>
              <a:t>Department of Computer Science &amp; Engineering</a:t>
            </a:r>
          </a:p>
        </p:txBody>
      </p:sp>
      <p:sp>
        <p:nvSpPr>
          <p:cNvPr id="10" name="text-10">
            <a:extLst xmlns:a="http://schemas.openxmlformats.org/drawingml/2006/main">
              <a:ext uri="{FF2B5EF4-FFF2-40B4-BE49-F238E27FC236}">
                <a16:creationId xmlns:a16="http://schemas.microsoft.com/office/drawing/2014/main" id="{7D22C68A-ACA8-47B2-97D6-79D925C35260}"/>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6682CA"/>
                </a:solidFill>
                <a:latin typeface="Courier New"/>
                <a:ea typeface="Courier New"/>
                <a:cs typeface="Courier New"/>
              </a:defRPr>
            </a:defPPr>
            <a:lvl1pPr>
              <a:defRPr sz="825" b="0">
                <a:solidFill>
                  <a:srgbClr val="6682CA"/>
                </a:solidFill>
                <a:latin typeface="Courier New"/>
                <a:ea typeface="Courier New"/>
                <a:cs typeface="Courier New"/>
              </a:defRPr>
            </a:lvl1pPr>
            <a:lvl2pPr>
              <a:defRPr sz="825" b="0">
                <a:solidFill>
                  <a:srgbClr val="6682CA"/>
                </a:solidFill>
                <a:latin typeface="Courier New"/>
                <a:ea typeface="Courier New"/>
                <a:cs typeface="Courier New"/>
              </a:defRPr>
            </a:lvl2pPr>
            <a:lvl3pPr>
              <a:defRPr sz="825" b="0">
                <a:solidFill>
                  <a:srgbClr val="6682CA"/>
                </a:solidFill>
                <a:latin typeface="Courier New"/>
                <a:ea typeface="Courier New"/>
                <a:cs typeface="Courier New"/>
              </a:defRPr>
            </a:lvl3pPr>
            <a:lvl4pPr>
              <a:defRPr sz="825" b="0">
                <a:solidFill>
                  <a:srgbClr val="6682CA"/>
                </a:solidFill>
                <a:latin typeface="Courier New"/>
                <a:ea typeface="Courier New"/>
                <a:cs typeface="Courier New"/>
              </a:defRPr>
            </a:lvl4pPr>
            <a:lvl5pPr>
              <a:defRPr sz="825" b="0">
                <a:solidFill>
                  <a:srgbClr val="6682CA"/>
                </a:solidFill>
                <a:latin typeface="Courier New"/>
                <a:ea typeface="Courier New"/>
                <a:cs typeface="Courier New"/>
              </a:defRPr>
            </a:lvl5pPr>
            <a:lvl6pPr>
              <a:defRPr sz="825" b="0">
                <a:solidFill>
                  <a:srgbClr val="6682CA"/>
                </a:solidFill>
                <a:latin typeface="Courier New"/>
                <a:ea typeface="Courier New"/>
                <a:cs typeface="Courier New"/>
              </a:defRPr>
            </a:lvl6pPr>
            <a:lvl7pPr>
              <a:defRPr sz="825" b="0">
                <a:solidFill>
                  <a:srgbClr val="6682CA"/>
                </a:solidFill>
                <a:latin typeface="Courier New"/>
                <a:ea typeface="Courier New"/>
                <a:cs typeface="Courier New"/>
              </a:defRPr>
            </a:lvl7pPr>
            <a:lvl8pPr>
              <a:defRPr sz="825" b="0">
                <a:solidFill>
                  <a:srgbClr val="6682CA"/>
                </a:solidFill>
                <a:latin typeface="Courier New"/>
                <a:ea typeface="Courier New"/>
                <a:cs typeface="Courier New"/>
              </a:defRPr>
            </a:lvl8pPr>
            <a:lvl9pPr>
              <a:defRPr sz="825" b="0">
                <a:solidFill>
                  <a:srgbClr val="6682CA"/>
                </a:solidFill>
                <a:latin typeface="Courier New"/>
                <a:ea typeface="Courier New"/>
                <a:cs typeface="Courier New"/>
              </a:defRPr>
            </a:lvl9pPr>
          </a:lstStyle>
          <a:p xmlns:a="http://schemas.openxmlformats.org/drawingml/2006/main">
            <a:pPr>
              <a:defRPr sz="825" b="0">
                <a:solidFill>
                  <a:srgbClr val="6682CA"/>
                </a:solidFill>
                <a:latin typeface="Courier New"/>
                <a:ea typeface="Courier New"/>
                <a:cs typeface="Courier New"/>
              </a:defRPr>
            </a:pPr>
            <a:r>
              <a:rPr sz="825" b="0">
                <a:solidFill>
                  <a:srgbClr val="6682CA"/>
                </a:solidFill>
                <a:latin typeface="Courier New"/>
                <a:ea typeface="Courier New"/>
                <a:cs typeface="Courier New"/>
              </a:rPr>
              <a:t>LESS / GRID / MONO</a:t>
            </a:r>
          </a:p>
        </p:txBody>
      </p:sp>
      <p:sp>
        <p:nvSpPr>
          <p:cNvPr id="11" name="text-11">
            <a:extLst xmlns:a="http://schemas.openxmlformats.org/drawingml/2006/main">
              <a:ext uri="{FF2B5EF4-FFF2-40B4-BE49-F238E27FC236}">
                <a16:creationId xmlns:a16="http://schemas.microsoft.com/office/drawing/2014/main" id="{13700A72-7DE3-4539-899B-995A63EF3859}"/>
              </a:ext>
            </a:extLst>
          </p:cNvPr>
          <p:cNvSpPr>
            <a:spLocks xmlns:a="http://schemas.openxmlformats.org/drawingml/2006/main" noGrp="1"/>
          </p:cNvSpPr>
          <p:nvPr/>
        </p:nvSpPr>
        <p:spPr>
          <a:xfrm xmlns:a="http://schemas.openxmlformats.org/drawingml/2006/main">
            <a:off x="571500" y="5027563"/>
            <a:ext cx="3467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BFCBE9"/>
                </a:solidFill>
                <a:latin typeface="Arial"/>
                <a:ea typeface="Arial"/>
                <a:cs typeface="Arial"/>
              </a:defRPr>
            </a:defPPr>
            <a:lvl1pPr>
              <a:defRPr sz="1050" b="0">
                <a:solidFill>
                  <a:srgbClr val="BFCBE9"/>
                </a:solidFill>
                <a:latin typeface="Arial"/>
                <a:ea typeface="Arial"/>
                <a:cs typeface="Arial"/>
              </a:defRPr>
            </a:lvl1pPr>
            <a:lvl2pPr>
              <a:defRPr sz="1050" b="0">
                <a:solidFill>
                  <a:srgbClr val="BFCBE9"/>
                </a:solidFill>
                <a:latin typeface="Arial"/>
                <a:ea typeface="Arial"/>
                <a:cs typeface="Arial"/>
              </a:defRPr>
            </a:lvl2pPr>
            <a:lvl3pPr>
              <a:defRPr sz="1050" b="0">
                <a:solidFill>
                  <a:srgbClr val="BFCBE9"/>
                </a:solidFill>
                <a:latin typeface="Arial"/>
                <a:ea typeface="Arial"/>
                <a:cs typeface="Arial"/>
              </a:defRPr>
            </a:lvl3pPr>
            <a:lvl4pPr>
              <a:defRPr sz="1050" b="0">
                <a:solidFill>
                  <a:srgbClr val="BFCBE9"/>
                </a:solidFill>
                <a:latin typeface="Arial"/>
                <a:ea typeface="Arial"/>
                <a:cs typeface="Arial"/>
              </a:defRPr>
            </a:lvl4pPr>
            <a:lvl5pPr>
              <a:defRPr sz="1050" b="0">
                <a:solidFill>
                  <a:srgbClr val="BFCBE9"/>
                </a:solidFill>
                <a:latin typeface="Arial"/>
                <a:ea typeface="Arial"/>
                <a:cs typeface="Arial"/>
              </a:defRPr>
            </a:lvl5pPr>
            <a:lvl6pPr>
              <a:defRPr sz="1050" b="0">
                <a:solidFill>
                  <a:srgbClr val="BFCBE9"/>
                </a:solidFill>
                <a:latin typeface="Arial"/>
                <a:ea typeface="Arial"/>
                <a:cs typeface="Arial"/>
              </a:defRPr>
            </a:lvl6pPr>
            <a:lvl7pPr>
              <a:defRPr sz="1050" b="0">
                <a:solidFill>
                  <a:srgbClr val="BFCBE9"/>
                </a:solidFill>
                <a:latin typeface="Arial"/>
                <a:ea typeface="Arial"/>
                <a:cs typeface="Arial"/>
              </a:defRPr>
            </a:lvl7pPr>
            <a:lvl8pPr>
              <a:defRPr sz="1050" b="0">
                <a:solidFill>
                  <a:srgbClr val="BFCBE9"/>
                </a:solidFill>
                <a:latin typeface="Arial"/>
                <a:ea typeface="Arial"/>
                <a:cs typeface="Arial"/>
              </a:defRPr>
            </a:lvl8pPr>
            <a:lvl9pPr>
              <a:defRPr sz="1050" b="0">
                <a:solidFill>
                  <a:srgbClr val="BFCBE9"/>
                </a:solidFill>
                <a:latin typeface="Arial"/>
                <a:ea typeface="Arial"/>
                <a:cs typeface="Arial"/>
              </a:defRPr>
            </a:lvl9pPr>
          </a:lstStyle>
          <a:p xmlns:a="http://schemas.openxmlformats.org/drawingml/2006/main">
            <a:pPr>
              <a:defRPr sz="1050" b="0">
                <a:solidFill>
                  <a:srgbClr val="BFCBE9"/>
                </a:solidFill>
                <a:latin typeface="Arial"/>
                <a:ea typeface="Arial"/>
                <a:cs typeface="Arial"/>
              </a:defRPr>
            </a:pPr>
            <a:r>
              <a:rPr sz="1050" b="0">
                <a:solidFill>
                  <a:srgbClr val="BFCBE9"/>
                </a:solidFill>
                <a:latin typeface="Arial"/>
                <a:ea typeface="Arial"/>
                <a:cs typeface="Arial"/>
              </a:rPr>
              <a:t>S. Vaishnavi (2420030303)</a:t>
            </a:r>
          </a:p>
          <a:p xmlns:a="http://schemas.openxmlformats.org/drawingml/2006/main">
            <a:pPr>
              <a:defRPr sz="1050" b="0">
                <a:solidFill>
                  <a:srgbClr val="BFCBE9"/>
                </a:solidFill>
                <a:latin typeface="Arial"/>
                <a:ea typeface="Arial"/>
                <a:cs typeface="Arial"/>
              </a:defRPr>
            </a:pPr>
            <a:r>
              <a:rPr sz="1050" b="0">
                <a:solidFill>
                  <a:srgbClr val="BFCBE9"/>
                </a:solidFill>
                <a:latin typeface="Arial"/>
                <a:ea typeface="Arial"/>
                <a:cs typeface="Arial"/>
              </a:rPr>
              <a:t>Madhu (2420030321)</a:t>
            </a:r>
          </a:p>
          <a:p xmlns:a="http://schemas.openxmlformats.org/drawingml/2006/main">
            <a:pPr>
              <a:defRPr sz="1050" b="0">
                <a:solidFill>
                  <a:srgbClr val="BFCBE9"/>
                </a:solidFill>
                <a:latin typeface="Arial"/>
                <a:ea typeface="Arial"/>
                <a:cs typeface="Arial"/>
              </a:defRPr>
            </a:pPr>
            <a:r>
              <a:rPr sz="1050" b="0">
                <a:solidFill>
                  <a:srgbClr val="BFCBE9"/>
                </a:solidFill>
                <a:latin typeface="Arial"/>
                <a:ea typeface="Arial"/>
                <a:cs typeface="Arial"/>
              </a:rPr>
              <a:t>Hema (2420030699)</a:t>
            </a:r>
          </a:p>
        </p:txBody>
      </p:sp>
      <p:sp>
        <p:nvSpPr>
          <p:cNvPr id="12" name="text-12">
            <a:extLst xmlns:a="http://schemas.openxmlformats.org/drawingml/2006/main">
              <a:ext uri="{FF2B5EF4-FFF2-40B4-BE49-F238E27FC236}">
                <a16:creationId xmlns:a16="http://schemas.microsoft.com/office/drawing/2014/main" id="{A7BBBA14-B2B1-426D-8550-1F5AA774FA50}"/>
              </a:ext>
            </a:extLst>
          </p:cNvPr>
          <p:cNvSpPr>
            <a:spLocks xmlns:a="http://schemas.openxmlformats.org/drawingml/2006/main" noGrp="1"/>
          </p:cNvSpPr>
          <p:nvPr/>
        </p:nvSpPr>
        <p:spPr>
          <a:xfrm xmlns:a="http://schemas.openxmlformats.org/drawingml/2006/main">
            <a:off x="571500" y="5905500"/>
            <a:ext cx="4419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BFCBE9"/>
                </a:solidFill>
                <a:latin typeface="Arial"/>
                <a:ea typeface="Arial"/>
                <a:cs typeface="Arial"/>
              </a:defRPr>
            </a:defPPr>
            <a:lvl1pPr>
              <a:defRPr sz="1050" b="0">
                <a:solidFill>
                  <a:srgbClr val="BFCBE9"/>
                </a:solidFill>
                <a:latin typeface="Arial"/>
                <a:ea typeface="Arial"/>
                <a:cs typeface="Arial"/>
              </a:defRPr>
            </a:lvl1pPr>
            <a:lvl2pPr>
              <a:defRPr sz="1050" b="0">
                <a:solidFill>
                  <a:srgbClr val="BFCBE9"/>
                </a:solidFill>
                <a:latin typeface="Arial"/>
                <a:ea typeface="Arial"/>
                <a:cs typeface="Arial"/>
              </a:defRPr>
            </a:lvl2pPr>
            <a:lvl3pPr>
              <a:defRPr sz="1050" b="0">
                <a:solidFill>
                  <a:srgbClr val="BFCBE9"/>
                </a:solidFill>
                <a:latin typeface="Arial"/>
                <a:ea typeface="Arial"/>
                <a:cs typeface="Arial"/>
              </a:defRPr>
            </a:lvl3pPr>
            <a:lvl4pPr>
              <a:defRPr sz="1050" b="0">
                <a:solidFill>
                  <a:srgbClr val="BFCBE9"/>
                </a:solidFill>
                <a:latin typeface="Arial"/>
                <a:ea typeface="Arial"/>
                <a:cs typeface="Arial"/>
              </a:defRPr>
            </a:lvl4pPr>
            <a:lvl5pPr>
              <a:defRPr sz="1050" b="0">
                <a:solidFill>
                  <a:srgbClr val="BFCBE9"/>
                </a:solidFill>
                <a:latin typeface="Arial"/>
                <a:ea typeface="Arial"/>
                <a:cs typeface="Arial"/>
              </a:defRPr>
            </a:lvl5pPr>
            <a:lvl6pPr>
              <a:defRPr sz="1050" b="0">
                <a:solidFill>
                  <a:srgbClr val="BFCBE9"/>
                </a:solidFill>
                <a:latin typeface="Arial"/>
                <a:ea typeface="Arial"/>
                <a:cs typeface="Arial"/>
              </a:defRPr>
            </a:lvl6pPr>
            <a:lvl7pPr>
              <a:defRPr sz="1050" b="0">
                <a:solidFill>
                  <a:srgbClr val="BFCBE9"/>
                </a:solidFill>
                <a:latin typeface="Arial"/>
                <a:ea typeface="Arial"/>
                <a:cs typeface="Arial"/>
              </a:defRPr>
            </a:lvl7pPr>
            <a:lvl8pPr>
              <a:defRPr sz="1050" b="0">
                <a:solidFill>
                  <a:srgbClr val="BFCBE9"/>
                </a:solidFill>
                <a:latin typeface="Arial"/>
                <a:ea typeface="Arial"/>
                <a:cs typeface="Arial"/>
              </a:defRPr>
            </a:lvl8pPr>
            <a:lvl9pPr>
              <a:defRPr sz="1050" b="0">
                <a:solidFill>
                  <a:srgbClr val="BFCBE9"/>
                </a:solidFill>
                <a:latin typeface="Arial"/>
                <a:ea typeface="Arial"/>
                <a:cs typeface="Arial"/>
              </a:defRPr>
            </a:lvl9pPr>
          </a:lstStyle>
          <a:p xmlns:a="http://schemas.openxmlformats.org/drawingml/2006/main">
            <a:pPr>
              <a:defRPr sz="1050" b="0">
                <a:solidFill>
                  <a:srgbClr val="BFCBE9"/>
                </a:solidFill>
                <a:latin typeface="Arial"/>
                <a:ea typeface="Arial"/>
                <a:cs typeface="Arial"/>
              </a:defRPr>
            </a:pPr>
            <a:r>
              <a:rPr sz="1050" b="0">
                <a:solidFill>
                  <a:srgbClr val="BFCBE9"/>
                </a:solidFill>
                <a:latin typeface="Arial"/>
                <a:ea typeface="Arial"/>
                <a:cs typeface="Arial"/>
              </a:rPr>
              <a:t>Dr. [Guide Name]</a:t>
            </a:r>
          </a:p>
          <a:p xmlns:a="http://schemas.openxmlformats.org/drawingml/2006/main">
            <a:pPr>
              <a:defRPr sz="1050" b="0">
                <a:solidFill>
                  <a:srgbClr val="BFCBE9"/>
                </a:solidFill>
                <a:latin typeface="Arial"/>
                <a:ea typeface="Arial"/>
                <a:cs typeface="Arial"/>
              </a:defRPr>
            </a:pPr>
            <a:r>
              <a:rPr sz="1050" b="0">
                <a:solidFill>
                  <a:srgbClr val="BFCBE9"/>
                </a:solidFill>
                <a:latin typeface="Arial"/>
                <a:ea typeface="Arial"/>
                <a:cs typeface="Arial"/>
              </a:rPr>
              <a:t>Department of Computer Science &amp; Engineering</a:t>
            </a:r>
          </a:p>
        </p:txBody>
      </p:sp>
    </p:spTree>
    <p:extLst>
      <p:ext uri="{BB962C8B-B14F-4D97-AF65-F5344CB8AC3E}">
        <p14:creationId xmlns:p14="http://schemas.microsoft.com/office/powerpoint/2010/main" val="75022321"/>
      </p:ext>
    </p:extLst>
  </p:cSld>
</p:sld>
</file>

<file path=ppt/slides/slide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F3566E97-EE51-4899-95DB-53B5F82335A6}"/>
              </a:ext>
            </a:extLst>
          </p:cNvPr>
          <p:cNvSpPr>
            <a:spLocks xmlns:a="http://schemas.openxmlformats.org/drawingml/2006/main" noGrp="1"/>
          </p:cNvSpPr>
          <p:nvPr/>
        </p:nvSpPr>
        <p:spPr>
          <a:xfrm xmlns:a="http://schemas.openxmlformats.org/drawingml/2006/main">
            <a:off x="228600" y="114300"/>
            <a:ext cx="238355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0A0A0A"/>
                </a:solidFill>
                <a:latin typeface="Courier New"/>
                <a:ea typeface="Courier New"/>
                <a:cs typeface="Courier New"/>
              </a:defRPr>
            </a:defPPr>
            <a:lvl1pPr>
              <a:defRPr sz="975" b="0">
                <a:solidFill>
                  <a:srgbClr val="0A0A0A"/>
                </a:solidFill>
                <a:latin typeface="Courier New"/>
                <a:ea typeface="Courier New"/>
                <a:cs typeface="Courier New"/>
              </a:defRPr>
            </a:lvl1pPr>
            <a:lvl2pPr>
              <a:defRPr sz="975" b="0">
                <a:solidFill>
                  <a:srgbClr val="0A0A0A"/>
                </a:solidFill>
                <a:latin typeface="Courier New"/>
                <a:ea typeface="Courier New"/>
                <a:cs typeface="Courier New"/>
              </a:defRPr>
            </a:lvl2pPr>
            <a:lvl3pPr>
              <a:defRPr sz="975" b="0">
                <a:solidFill>
                  <a:srgbClr val="0A0A0A"/>
                </a:solidFill>
                <a:latin typeface="Courier New"/>
                <a:ea typeface="Courier New"/>
                <a:cs typeface="Courier New"/>
              </a:defRPr>
            </a:lvl3pPr>
            <a:lvl4pPr>
              <a:defRPr sz="975" b="0">
                <a:solidFill>
                  <a:srgbClr val="0A0A0A"/>
                </a:solidFill>
                <a:latin typeface="Courier New"/>
                <a:ea typeface="Courier New"/>
                <a:cs typeface="Courier New"/>
              </a:defRPr>
            </a:lvl4pPr>
            <a:lvl5pPr>
              <a:defRPr sz="975" b="0">
                <a:solidFill>
                  <a:srgbClr val="0A0A0A"/>
                </a:solidFill>
                <a:latin typeface="Courier New"/>
                <a:ea typeface="Courier New"/>
                <a:cs typeface="Courier New"/>
              </a:defRPr>
            </a:lvl5pPr>
            <a:lvl6pPr>
              <a:defRPr sz="975" b="0">
                <a:solidFill>
                  <a:srgbClr val="0A0A0A"/>
                </a:solidFill>
                <a:latin typeface="Courier New"/>
                <a:ea typeface="Courier New"/>
                <a:cs typeface="Courier New"/>
              </a:defRPr>
            </a:lvl6pPr>
            <a:lvl7pPr>
              <a:defRPr sz="975" b="0">
                <a:solidFill>
                  <a:srgbClr val="0A0A0A"/>
                </a:solidFill>
                <a:latin typeface="Courier New"/>
                <a:ea typeface="Courier New"/>
                <a:cs typeface="Courier New"/>
              </a:defRPr>
            </a:lvl7pPr>
            <a:lvl8pPr>
              <a:defRPr sz="975" b="0">
                <a:solidFill>
                  <a:srgbClr val="0A0A0A"/>
                </a:solidFill>
                <a:latin typeface="Courier New"/>
                <a:ea typeface="Courier New"/>
                <a:cs typeface="Courier New"/>
              </a:defRPr>
            </a:lvl8pPr>
            <a:lvl9pPr>
              <a:defRPr sz="975" b="0">
                <a:solidFill>
                  <a:srgbClr val="0A0A0A"/>
                </a:solidFill>
                <a:latin typeface="Courier New"/>
                <a:ea typeface="Courier New"/>
                <a:cs typeface="Courier New"/>
              </a:defRPr>
            </a:lvl9pPr>
          </a:lstStyle>
          <a:p xmlns:a="http://schemas.openxmlformats.org/drawingml/2006/main">
            <a:pPr>
              <a:defRPr sz="975" b="0">
                <a:solidFill>
                  <a:srgbClr val="0A0A0A"/>
                </a:solidFill>
                <a:latin typeface="Courier New"/>
                <a:ea typeface="Courier New"/>
                <a:cs typeface="Courier New"/>
              </a:defRPr>
            </a:pPr>
            <a:r>
              <a:rPr sz="975" b="0">
                <a:solidFill>
                  <a:srgbClr val="0A0A0A"/>
                </a:solidFill>
                <a:latin typeface="Courier New"/>
                <a:ea typeface="Courier New"/>
                <a:cs typeface="Courier New"/>
              </a:rPr>
              <a:t>02 / PROBLEM STATEMENT</a:t>
            </a:r>
          </a:p>
        </p:txBody>
      </p:sp>
      <p:sp>
        <p:nvSpPr>
          <p:cNvPr id="2" name="">
            <a:extLst xmlns:a="http://schemas.openxmlformats.org/drawingml/2006/main">
              <a:ext uri="{FF2B5EF4-FFF2-40B4-BE49-F238E27FC236}">
                <a16:creationId xmlns:a16="http://schemas.microsoft.com/office/drawing/2014/main" id="{95FB95D6-010D-4DDC-B015-CC4F37A052D5}"/>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39FC19C2-3B03-4E17-B1DD-F690DB9F12D2}"/>
              </a:ext>
            </a:extLst>
          </p:cNvPr>
          <p:cNvSpPr>
            <a:spLocks xmlns:a="http://schemas.openxmlformats.org/drawingml/2006/main" noGrp="1"/>
          </p:cNvSpPr>
          <p:nvPr/>
        </p:nvSpPr>
        <p:spPr>
          <a:xfrm xmlns:a="http://schemas.openxmlformats.org/drawingml/2006/main">
            <a:off x="571500" y="1905000"/>
            <a:ext cx="228169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2FA7"/>
                </a:solidFill>
                <a:latin typeface="Arial"/>
                <a:ea typeface="Arial"/>
                <a:cs typeface="Arial"/>
              </a:defRPr>
            </a:defPPr>
            <a:lvl1pPr>
              <a:defRPr sz="2100" b="1">
                <a:solidFill>
                  <a:srgbClr val="002FA7"/>
                </a:solidFill>
                <a:latin typeface="Arial"/>
                <a:ea typeface="Arial"/>
                <a:cs typeface="Arial"/>
              </a:defRPr>
            </a:lvl1pPr>
            <a:lvl2pPr>
              <a:defRPr sz="2100" b="1">
                <a:solidFill>
                  <a:srgbClr val="002FA7"/>
                </a:solidFill>
                <a:latin typeface="Arial"/>
                <a:ea typeface="Arial"/>
                <a:cs typeface="Arial"/>
              </a:defRPr>
            </a:lvl2pPr>
            <a:lvl3pPr>
              <a:defRPr sz="2100" b="1">
                <a:solidFill>
                  <a:srgbClr val="002FA7"/>
                </a:solidFill>
                <a:latin typeface="Arial"/>
                <a:ea typeface="Arial"/>
                <a:cs typeface="Arial"/>
              </a:defRPr>
            </a:lvl3pPr>
            <a:lvl4pPr>
              <a:defRPr sz="2100" b="1">
                <a:solidFill>
                  <a:srgbClr val="002FA7"/>
                </a:solidFill>
                <a:latin typeface="Arial"/>
                <a:ea typeface="Arial"/>
                <a:cs typeface="Arial"/>
              </a:defRPr>
            </a:lvl4pPr>
            <a:lvl5pPr>
              <a:defRPr sz="2100" b="1">
                <a:solidFill>
                  <a:srgbClr val="002FA7"/>
                </a:solidFill>
                <a:latin typeface="Arial"/>
                <a:ea typeface="Arial"/>
                <a:cs typeface="Arial"/>
              </a:defRPr>
            </a:lvl5pPr>
            <a:lvl6pPr>
              <a:defRPr sz="2100" b="1">
                <a:solidFill>
                  <a:srgbClr val="002FA7"/>
                </a:solidFill>
                <a:latin typeface="Arial"/>
                <a:ea typeface="Arial"/>
                <a:cs typeface="Arial"/>
              </a:defRPr>
            </a:lvl6pPr>
            <a:lvl7pPr>
              <a:defRPr sz="2100" b="1">
                <a:solidFill>
                  <a:srgbClr val="002FA7"/>
                </a:solidFill>
                <a:latin typeface="Arial"/>
                <a:ea typeface="Arial"/>
                <a:cs typeface="Arial"/>
              </a:defRPr>
            </a:lvl7pPr>
            <a:lvl8pPr>
              <a:defRPr sz="2100" b="1">
                <a:solidFill>
                  <a:srgbClr val="002FA7"/>
                </a:solidFill>
                <a:latin typeface="Arial"/>
                <a:ea typeface="Arial"/>
                <a:cs typeface="Arial"/>
              </a:defRPr>
            </a:lvl8pPr>
            <a:lvl9pPr>
              <a:defRPr sz="2100" b="1">
                <a:solidFill>
                  <a:srgbClr val="002FA7"/>
                </a:solidFill>
                <a:latin typeface="Arial"/>
                <a:ea typeface="Arial"/>
                <a:cs typeface="Arial"/>
              </a:defRPr>
            </a:lvl9pPr>
          </a:lstStyle>
          <a:p xmlns:a="http://schemas.openxmlformats.org/drawingml/2006/main">
            <a:pPr>
              <a:defRPr sz="2100" b="1">
                <a:solidFill>
                  <a:srgbClr val="002FA7"/>
                </a:solidFill>
                <a:latin typeface="Arial"/>
                <a:ea typeface="Arial"/>
                <a:cs typeface="Arial"/>
              </a:defRPr>
            </a:pPr>
            <a:r>
              <a:rPr sz="2100" b="1">
                <a:solidFill>
                  <a:srgbClr val="002FA7"/>
                </a:solidFill>
                <a:latin typeface="Arial"/>
                <a:ea typeface="Arial"/>
                <a:cs typeface="Arial"/>
              </a:rPr>
              <a:t>The Challenge</a:t>
            </a:r>
          </a:p>
        </p:txBody>
      </p:sp>
      <p:sp>
        <p:nvSpPr>
          <p:cNvPr id="4" name="">
            <a:extLst xmlns:a="http://schemas.openxmlformats.org/drawingml/2006/main">
              <a:ext uri="{FF2B5EF4-FFF2-40B4-BE49-F238E27FC236}">
                <a16:creationId xmlns:a16="http://schemas.microsoft.com/office/drawing/2014/main" id="{7FA56F34-315B-41B9-B161-F161C79E0EC3}"/>
              </a:ext>
            </a:extLst>
          </p:cNvPr>
          <p:cNvSpPr>
            <a:spLocks xmlns:a="http://schemas.openxmlformats.org/drawingml/2006/main" noGrp="1"/>
          </p:cNvSpPr>
          <p:nvPr/>
        </p:nvSpPr>
        <p:spPr>
          <a:xfrm xmlns:a="http://schemas.openxmlformats.org/drawingml/2006/main">
            <a:off x="571500" y="2514600"/>
            <a:ext cx="38100" cy="381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5" name="text-5">
            <a:extLst xmlns:a="http://schemas.openxmlformats.org/drawingml/2006/main">
              <a:ext uri="{FF2B5EF4-FFF2-40B4-BE49-F238E27FC236}">
                <a16:creationId xmlns:a16="http://schemas.microsoft.com/office/drawing/2014/main" id="{477A71E8-C292-4785-926F-EB627B6D79D3}"/>
              </a:ext>
            </a:extLst>
          </p:cNvPr>
          <p:cNvSpPr>
            <a:spLocks xmlns:a="http://schemas.openxmlformats.org/drawingml/2006/main" noGrp="1"/>
          </p:cNvSpPr>
          <p:nvPr/>
        </p:nvSpPr>
        <p:spPr>
          <a:xfrm xmlns:a="http://schemas.openxmlformats.org/drawingml/2006/main">
            <a:off x="723900" y="2466975"/>
            <a:ext cx="6856809"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0A0A0A"/>
                </a:solidFill>
                <a:latin typeface="Arial"/>
                <a:ea typeface="Arial"/>
                <a:cs typeface="Arial"/>
              </a:defRPr>
            </a:defPPr>
            <a:lvl1pPr>
              <a:defRPr sz="1200" b="0">
                <a:solidFill>
                  <a:srgbClr val="0A0A0A"/>
                </a:solidFill>
                <a:latin typeface="Arial"/>
                <a:ea typeface="Arial"/>
                <a:cs typeface="Arial"/>
              </a:defRPr>
            </a:lvl1pPr>
            <a:lvl2pPr>
              <a:defRPr sz="1200" b="0">
                <a:solidFill>
                  <a:srgbClr val="0A0A0A"/>
                </a:solidFill>
                <a:latin typeface="Arial"/>
                <a:ea typeface="Arial"/>
                <a:cs typeface="Arial"/>
              </a:defRPr>
            </a:lvl2pPr>
            <a:lvl3pPr>
              <a:defRPr sz="1200" b="0">
                <a:solidFill>
                  <a:srgbClr val="0A0A0A"/>
                </a:solidFill>
                <a:latin typeface="Arial"/>
                <a:ea typeface="Arial"/>
                <a:cs typeface="Arial"/>
              </a:defRPr>
            </a:lvl3pPr>
            <a:lvl4pPr>
              <a:defRPr sz="1200" b="0">
                <a:solidFill>
                  <a:srgbClr val="0A0A0A"/>
                </a:solidFill>
                <a:latin typeface="Arial"/>
                <a:ea typeface="Arial"/>
                <a:cs typeface="Arial"/>
              </a:defRPr>
            </a:lvl4pPr>
            <a:lvl5pPr>
              <a:defRPr sz="1200" b="0">
                <a:solidFill>
                  <a:srgbClr val="0A0A0A"/>
                </a:solidFill>
                <a:latin typeface="Arial"/>
                <a:ea typeface="Arial"/>
                <a:cs typeface="Arial"/>
              </a:defRPr>
            </a:lvl5pPr>
            <a:lvl6pPr>
              <a:defRPr sz="1200" b="0">
                <a:solidFill>
                  <a:srgbClr val="0A0A0A"/>
                </a:solidFill>
                <a:latin typeface="Arial"/>
                <a:ea typeface="Arial"/>
                <a:cs typeface="Arial"/>
              </a:defRPr>
            </a:lvl6pPr>
            <a:lvl7pPr>
              <a:defRPr sz="1200" b="0">
                <a:solidFill>
                  <a:srgbClr val="0A0A0A"/>
                </a:solidFill>
                <a:latin typeface="Arial"/>
                <a:ea typeface="Arial"/>
                <a:cs typeface="Arial"/>
              </a:defRPr>
            </a:lvl7pPr>
            <a:lvl8pPr>
              <a:defRPr sz="1200" b="0">
                <a:solidFill>
                  <a:srgbClr val="0A0A0A"/>
                </a:solidFill>
                <a:latin typeface="Arial"/>
                <a:ea typeface="Arial"/>
                <a:cs typeface="Arial"/>
              </a:defRPr>
            </a:lvl8pPr>
            <a:lvl9pPr>
              <a:defRPr sz="1200" b="0">
                <a:solidFill>
                  <a:srgbClr val="0A0A0A"/>
                </a:solidFill>
                <a:latin typeface="Arial"/>
                <a:ea typeface="Arial"/>
                <a:cs typeface="Arial"/>
              </a:defRPr>
            </a:lvl9pPr>
          </a:lstStyle>
          <a:p xmlns:a="http://schemas.openxmlformats.org/drawingml/2006/main">
            <a:pPr>
              <a:defRPr sz="1200" b="0">
                <a:solidFill>
                  <a:srgbClr val="0A0A0A"/>
                </a:solidFill>
                <a:latin typeface="Arial"/>
                <a:ea typeface="Arial"/>
                <a:cs typeface="Arial"/>
              </a:defRPr>
            </a:pPr>
            <a:r>
              <a:rPr sz="1200" b="0">
                <a:solidFill>
                  <a:srgbClr val="0A0A0A"/>
                </a:solidFill>
                <a:latin typeface="Arial"/>
                <a:ea typeface="Arial"/>
                <a:cs typeface="Arial"/>
              </a:rPr>
              <a:t>Customer churn is a major challenge for businesses — losing customers directly reduces revenue and long-term profitability.</a:t>
            </a:r>
          </a:p>
        </p:txBody>
      </p:sp>
      <p:sp>
        <p:nvSpPr>
          <p:cNvPr id="6" name="">
            <a:extLst xmlns:a="http://schemas.openxmlformats.org/drawingml/2006/main">
              <a:ext uri="{FF2B5EF4-FFF2-40B4-BE49-F238E27FC236}">
                <a16:creationId xmlns:a16="http://schemas.microsoft.com/office/drawing/2014/main" id="{39482677-C38E-4E2B-B8C7-1A1C380963D8}"/>
              </a:ext>
            </a:extLst>
          </p:cNvPr>
          <p:cNvSpPr>
            <a:spLocks xmlns:a="http://schemas.openxmlformats.org/drawingml/2006/main" noGrp="1"/>
          </p:cNvSpPr>
          <p:nvPr/>
        </p:nvSpPr>
        <p:spPr>
          <a:xfrm xmlns:a="http://schemas.openxmlformats.org/drawingml/2006/main">
            <a:off x="571500" y="3124200"/>
            <a:ext cx="38100" cy="381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1B924B-ED0F-45D0-8395-ADFB9AB1F335}"/>
              </a:ext>
            </a:extLst>
          </p:cNvPr>
          <p:cNvSpPr>
            <a:spLocks xmlns:a="http://schemas.openxmlformats.org/drawingml/2006/main" noGrp="1"/>
          </p:cNvSpPr>
          <p:nvPr/>
        </p:nvSpPr>
        <p:spPr>
          <a:xfrm xmlns:a="http://schemas.openxmlformats.org/drawingml/2006/main">
            <a:off x="571500" y="3733800"/>
            <a:ext cx="38100" cy="381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746FED5-48DD-4005-9CA0-89E3BF5B278C}"/>
              </a:ext>
            </a:extLst>
          </p:cNvPr>
          <p:cNvSpPr>
            <a:spLocks xmlns:a="http://schemas.openxmlformats.org/drawingml/2006/main" noGrp="1"/>
          </p:cNvSpPr>
          <p:nvPr/>
        </p:nvSpPr>
        <p:spPr>
          <a:xfrm xmlns:a="http://schemas.openxmlformats.org/drawingml/2006/main">
            <a:off x="571500" y="4343400"/>
            <a:ext cx="6953250" cy="70485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9" name="text-9">
            <a:extLst xmlns:a="http://schemas.openxmlformats.org/drawingml/2006/main">
              <a:ext uri="{FF2B5EF4-FFF2-40B4-BE49-F238E27FC236}">
                <a16:creationId xmlns:a16="http://schemas.microsoft.com/office/drawing/2014/main" id="{6E2B49A2-4853-4CB8-B1CA-C1A921B607B4}"/>
              </a:ext>
            </a:extLst>
          </p:cNvPr>
          <p:cNvSpPr>
            <a:spLocks xmlns:a="http://schemas.openxmlformats.org/drawingml/2006/main" noGrp="1"/>
          </p:cNvSpPr>
          <p:nvPr/>
        </p:nvSpPr>
        <p:spPr>
          <a:xfrm xmlns:a="http://schemas.openxmlformats.org/drawingml/2006/main">
            <a:off x="790575" y="4514850"/>
            <a:ext cx="65085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0A0A0A"/>
                </a:solidFill>
                <a:latin typeface="Courier New"/>
                <a:ea typeface="Courier New"/>
                <a:cs typeface="Courier New"/>
              </a:defRPr>
            </a:defPPr>
            <a:lvl1pPr>
              <a:defRPr sz="1050" b="0">
                <a:solidFill>
                  <a:srgbClr val="0A0A0A"/>
                </a:solidFill>
                <a:latin typeface="Courier New"/>
                <a:ea typeface="Courier New"/>
                <a:cs typeface="Courier New"/>
              </a:defRPr>
            </a:lvl1pPr>
            <a:lvl2pPr>
              <a:defRPr sz="1050" b="0">
                <a:solidFill>
                  <a:srgbClr val="0A0A0A"/>
                </a:solidFill>
                <a:latin typeface="Courier New"/>
                <a:ea typeface="Courier New"/>
                <a:cs typeface="Courier New"/>
              </a:defRPr>
            </a:lvl2pPr>
            <a:lvl3pPr>
              <a:defRPr sz="1050" b="0">
                <a:solidFill>
                  <a:srgbClr val="0A0A0A"/>
                </a:solidFill>
                <a:latin typeface="Courier New"/>
                <a:ea typeface="Courier New"/>
                <a:cs typeface="Courier New"/>
              </a:defRPr>
            </a:lvl3pPr>
            <a:lvl4pPr>
              <a:defRPr sz="1050" b="0">
                <a:solidFill>
                  <a:srgbClr val="0A0A0A"/>
                </a:solidFill>
                <a:latin typeface="Courier New"/>
                <a:ea typeface="Courier New"/>
                <a:cs typeface="Courier New"/>
              </a:defRPr>
            </a:lvl4pPr>
            <a:lvl5pPr>
              <a:defRPr sz="1050" b="0">
                <a:solidFill>
                  <a:srgbClr val="0A0A0A"/>
                </a:solidFill>
                <a:latin typeface="Courier New"/>
                <a:ea typeface="Courier New"/>
                <a:cs typeface="Courier New"/>
              </a:defRPr>
            </a:lvl5pPr>
            <a:lvl6pPr>
              <a:defRPr sz="1050" b="0">
                <a:solidFill>
                  <a:srgbClr val="0A0A0A"/>
                </a:solidFill>
                <a:latin typeface="Courier New"/>
                <a:ea typeface="Courier New"/>
                <a:cs typeface="Courier New"/>
              </a:defRPr>
            </a:lvl6pPr>
            <a:lvl7pPr>
              <a:defRPr sz="1050" b="0">
                <a:solidFill>
                  <a:srgbClr val="0A0A0A"/>
                </a:solidFill>
                <a:latin typeface="Courier New"/>
                <a:ea typeface="Courier New"/>
                <a:cs typeface="Courier New"/>
              </a:defRPr>
            </a:lvl7pPr>
            <a:lvl8pPr>
              <a:defRPr sz="1050" b="0">
                <a:solidFill>
                  <a:srgbClr val="0A0A0A"/>
                </a:solidFill>
                <a:latin typeface="Courier New"/>
                <a:ea typeface="Courier New"/>
                <a:cs typeface="Courier New"/>
              </a:defRPr>
            </a:lvl8pPr>
            <a:lvl9pPr>
              <a:defRPr sz="1050" b="0">
                <a:solidFill>
                  <a:srgbClr val="0A0A0A"/>
                </a:solidFill>
                <a:latin typeface="Courier New"/>
                <a:ea typeface="Courier New"/>
                <a:cs typeface="Courier New"/>
              </a:defRPr>
            </a:lvl9pPr>
          </a:lstStyle>
          <a:p xmlns:a="http://schemas.openxmlformats.org/drawingml/2006/main">
            <a:pPr>
              <a:defRPr sz="1050" b="0">
                <a:solidFill>
                  <a:srgbClr val="0A0A0A"/>
                </a:solidFill>
                <a:latin typeface="Courier New"/>
                <a:ea typeface="Courier New"/>
                <a:cs typeface="Courier New"/>
              </a:defRPr>
            </a:pPr>
            <a:r>
              <a:rPr sz="1050" b="0">
                <a:solidFill>
                  <a:srgbClr val="0A0A0A"/>
                </a:solidFill>
                <a:latin typeface="Courier New"/>
                <a:ea typeface="Courier New"/>
                <a:cs typeface="Courier New"/>
              </a:rPr>
              <a:t>Dataset: IBM Telco Customer Churn | 7,043 records | 33 features | Kaggle benchmark</a:t>
            </a:r>
          </a:p>
        </p:txBody>
      </p:sp>
      <p:pic>
        <p:nvPicPr>
          <p:cNvPr id="10" name="">
            <a:extLst xmlns:a="http://schemas.openxmlformats.org/drawingml/2006/main">
              <a:ext uri="{FF2B5EF4-FFF2-40B4-BE49-F238E27FC236}">
                <a16:creationId xmlns:a16="http://schemas.microsoft.com/office/drawing/2014/main" id="{A058B4A9-15B0-4B67-A22F-3353BB3C38A8}"/>
              </a:ext>
            </a:extLst>
          </p:cNvPr>
          <p:cNvPicPr>
            <a:picLocks xmlns:a="http://schemas.openxmlformats.org/drawingml/2006/main" noChangeAspect="1"/>
          </p:cNvPicPr>
          <p:nvPr/>
        </p:nvPicPr>
        <p:blipFill>
          <a:blip xmlns:r="http://schemas.openxmlformats.org/officeDocument/2006/relationships" xmlns:a="http://schemas.openxmlformats.org/drawingml/2006/main" r:embed="R0eb55da3f27647b1"/>
          <a:stretch xmlns:a="http://schemas.openxmlformats.org/drawingml/2006/main"/>
        </p:blipFill>
        <p:spPr>
          <a:xfrm xmlns:a="http://schemas.openxmlformats.org/drawingml/2006/main">
            <a:off x="8001000" y="1666875"/>
            <a:ext cx="3619500" cy="3619500"/>
          </a:xfrm>
          <a:prstGeom xmlns:a="http://schemas.openxmlformats.org/drawingml/2006/main" prst="rect">
            <a:avLst/>
          </a:prstGeom>
        </p:spPr>
      </p:pic>
      <p:sp>
        <p:nvSpPr>
          <p:cNvPr id="11" name="text-11">
            <a:extLst xmlns:a="http://schemas.openxmlformats.org/drawingml/2006/main">
              <a:ext uri="{FF2B5EF4-FFF2-40B4-BE49-F238E27FC236}">
                <a16:creationId xmlns:a16="http://schemas.microsoft.com/office/drawing/2014/main" id="{94AEEE31-D8C0-457F-9D0C-D278D67C6FF5}"/>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A0A0A"/>
                </a:solidFill>
                <a:latin typeface="Courier New"/>
                <a:ea typeface="Courier New"/>
                <a:cs typeface="Courier New"/>
              </a:defRPr>
            </a:defPPr>
            <a:lvl1pPr>
              <a:defRPr sz="825" b="0">
                <a:solidFill>
                  <a:srgbClr val="0A0A0A"/>
                </a:solidFill>
                <a:latin typeface="Courier New"/>
                <a:ea typeface="Courier New"/>
                <a:cs typeface="Courier New"/>
              </a:defRPr>
            </a:lvl1pPr>
            <a:lvl2pPr>
              <a:defRPr sz="825" b="0">
                <a:solidFill>
                  <a:srgbClr val="0A0A0A"/>
                </a:solidFill>
                <a:latin typeface="Courier New"/>
                <a:ea typeface="Courier New"/>
                <a:cs typeface="Courier New"/>
              </a:defRPr>
            </a:lvl2pPr>
            <a:lvl3pPr>
              <a:defRPr sz="825" b="0">
                <a:solidFill>
                  <a:srgbClr val="0A0A0A"/>
                </a:solidFill>
                <a:latin typeface="Courier New"/>
                <a:ea typeface="Courier New"/>
                <a:cs typeface="Courier New"/>
              </a:defRPr>
            </a:lvl3pPr>
            <a:lvl4pPr>
              <a:defRPr sz="825" b="0">
                <a:solidFill>
                  <a:srgbClr val="0A0A0A"/>
                </a:solidFill>
                <a:latin typeface="Courier New"/>
                <a:ea typeface="Courier New"/>
                <a:cs typeface="Courier New"/>
              </a:defRPr>
            </a:lvl4pPr>
            <a:lvl5pPr>
              <a:defRPr sz="825" b="0">
                <a:solidFill>
                  <a:srgbClr val="0A0A0A"/>
                </a:solidFill>
                <a:latin typeface="Courier New"/>
                <a:ea typeface="Courier New"/>
                <a:cs typeface="Courier New"/>
              </a:defRPr>
            </a:lvl5pPr>
            <a:lvl6pPr>
              <a:defRPr sz="825" b="0">
                <a:solidFill>
                  <a:srgbClr val="0A0A0A"/>
                </a:solidFill>
                <a:latin typeface="Courier New"/>
                <a:ea typeface="Courier New"/>
                <a:cs typeface="Courier New"/>
              </a:defRPr>
            </a:lvl6pPr>
            <a:lvl7pPr>
              <a:defRPr sz="825" b="0">
                <a:solidFill>
                  <a:srgbClr val="0A0A0A"/>
                </a:solidFill>
                <a:latin typeface="Courier New"/>
                <a:ea typeface="Courier New"/>
                <a:cs typeface="Courier New"/>
              </a:defRPr>
            </a:lvl7pPr>
            <a:lvl8pPr>
              <a:defRPr sz="825" b="0">
                <a:solidFill>
                  <a:srgbClr val="0A0A0A"/>
                </a:solidFill>
                <a:latin typeface="Courier New"/>
                <a:ea typeface="Courier New"/>
                <a:cs typeface="Courier New"/>
              </a:defRPr>
            </a:lvl8pPr>
            <a:lvl9pPr>
              <a:defRPr sz="825" b="0">
                <a:solidFill>
                  <a:srgbClr val="0A0A0A"/>
                </a:solidFill>
                <a:latin typeface="Courier New"/>
                <a:ea typeface="Courier New"/>
                <a:cs typeface="Courier New"/>
              </a:defRPr>
            </a:lvl9pPr>
          </a:lstStyle>
          <a:p xmlns:a="http://schemas.openxmlformats.org/drawingml/2006/main">
            <a:pPr>
              <a:defRPr sz="825" b="0">
                <a:solidFill>
                  <a:srgbClr val="0A0A0A"/>
                </a:solidFill>
                <a:latin typeface="Courier New"/>
                <a:ea typeface="Courier New"/>
                <a:cs typeface="Courier New"/>
              </a:defRPr>
            </a:pPr>
            <a:r>
              <a:rPr sz="825" b="0">
                <a:solidFill>
                  <a:srgbClr val="0A0A0A"/>
                </a:solidFill>
                <a:latin typeface="Courier New"/>
                <a:ea typeface="Courier New"/>
                <a:cs typeface="Courier New"/>
              </a:rPr>
              <a:t>LESS / GRID / MONO</a:t>
            </a:r>
          </a:p>
        </p:txBody>
      </p:sp>
      <p:sp>
        <p:nvSpPr>
          <p:cNvPr id="12" name="text-12">
            <a:extLst xmlns:a="http://schemas.openxmlformats.org/drawingml/2006/main">
              <a:ext uri="{FF2B5EF4-FFF2-40B4-BE49-F238E27FC236}">
                <a16:creationId xmlns:a16="http://schemas.microsoft.com/office/drawing/2014/main" id="{62C00E8A-959A-4401-8C7E-68E65BFA5FBE}"/>
              </a:ext>
            </a:extLst>
          </p:cNvPr>
          <p:cNvSpPr>
            <a:spLocks xmlns:a="http://schemas.openxmlformats.org/drawingml/2006/main" noGrp="1"/>
          </p:cNvSpPr>
          <p:nvPr/>
        </p:nvSpPr>
        <p:spPr>
          <a:xfrm xmlns:a="http://schemas.openxmlformats.org/drawingml/2006/main">
            <a:off x="723900" y="3076575"/>
            <a:ext cx="6610796"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0A0A0A"/>
                </a:solidFill>
                <a:latin typeface="Arial"/>
                <a:ea typeface="Arial"/>
                <a:cs typeface="Arial"/>
              </a:defRPr>
            </a:defPPr>
            <a:lvl1pPr>
              <a:defRPr sz="1200" b="0">
                <a:solidFill>
                  <a:srgbClr val="0A0A0A"/>
                </a:solidFill>
                <a:latin typeface="Arial"/>
                <a:ea typeface="Arial"/>
                <a:cs typeface="Arial"/>
              </a:defRPr>
            </a:lvl1pPr>
            <a:lvl2pPr>
              <a:defRPr sz="1200" b="0">
                <a:solidFill>
                  <a:srgbClr val="0A0A0A"/>
                </a:solidFill>
                <a:latin typeface="Arial"/>
                <a:ea typeface="Arial"/>
                <a:cs typeface="Arial"/>
              </a:defRPr>
            </a:lvl2pPr>
            <a:lvl3pPr>
              <a:defRPr sz="1200" b="0">
                <a:solidFill>
                  <a:srgbClr val="0A0A0A"/>
                </a:solidFill>
                <a:latin typeface="Arial"/>
                <a:ea typeface="Arial"/>
                <a:cs typeface="Arial"/>
              </a:defRPr>
            </a:lvl3pPr>
            <a:lvl4pPr>
              <a:defRPr sz="1200" b="0">
                <a:solidFill>
                  <a:srgbClr val="0A0A0A"/>
                </a:solidFill>
                <a:latin typeface="Arial"/>
                <a:ea typeface="Arial"/>
                <a:cs typeface="Arial"/>
              </a:defRPr>
            </a:lvl4pPr>
            <a:lvl5pPr>
              <a:defRPr sz="1200" b="0">
                <a:solidFill>
                  <a:srgbClr val="0A0A0A"/>
                </a:solidFill>
                <a:latin typeface="Arial"/>
                <a:ea typeface="Arial"/>
                <a:cs typeface="Arial"/>
              </a:defRPr>
            </a:lvl5pPr>
            <a:lvl6pPr>
              <a:defRPr sz="1200" b="0">
                <a:solidFill>
                  <a:srgbClr val="0A0A0A"/>
                </a:solidFill>
                <a:latin typeface="Arial"/>
                <a:ea typeface="Arial"/>
                <a:cs typeface="Arial"/>
              </a:defRPr>
            </a:lvl6pPr>
            <a:lvl7pPr>
              <a:defRPr sz="1200" b="0">
                <a:solidFill>
                  <a:srgbClr val="0A0A0A"/>
                </a:solidFill>
                <a:latin typeface="Arial"/>
                <a:ea typeface="Arial"/>
                <a:cs typeface="Arial"/>
              </a:defRPr>
            </a:lvl7pPr>
            <a:lvl8pPr>
              <a:defRPr sz="1200" b="0">
                <a:solidFill>
                  <a:srgbClr val="0A0A0A"/>
                </a:solidFill>
                <a:latin typeface="Arial"/>
                <a:ea typeface="Arial"/>
                <a:cs typeface="Arial"/>
              </a:defRPr>
            </a:lvl8pPr>
            <a:lvl9pPr>
              <a:defRPr sz="1200" b="0">
                <a:solidFill>
                  <a:srgbClr val="0A0A0A"/>
                </a:solidFill>
                <a:latin typeface="Arial"/>
                <a:ea typeface="Arial"/>
                <a:cs typeface="Arial"/>
              </a:defRPr>
            </a:lvl9pPr>
          </a:lstStyle>
          <a:p xmlns:a="http://schemas.openxmlformats.org/drawingml/2006/main">
            <a:pPr>
              <a:defRPr sz="1200" b="0">
                <a:solidFill>
                  <a:srgbClr val="0A0A0A"/>
                </a:solidFill>
                <a:latin typeface="Arial"/>
                <a:ea typeface="Arial"/>
                <a:cs typeface="Arial"/>
              </a:defRPr>
            </a:pPr>
            <a:r>
              <a:rPr sz="1200" b="0">
                <a:solidFill>
                  <a:srgbClr val="0A0A0A"/>
                </a:solidFill>
                <a:latin typeface="Arial"/>
                <a:ea typeface="Arial"/>
                <a:cs typeface="Arial"/>
              </a:rPr>
              <a:t>Existing prediction models focus primarily on accuracy but lack explainability — making them difficult to trust and deploy in real business settings.</a:t>
            </a:r>
          </a:p>
        </p:txBody>
      </p:sp>
      <p:sp>
        <p:nvSpPr>
          <p:cNvPr id="13" name="text-13">
            <a:extLst xmlns:a="http://schemas.openxmlformats.org/drawingml/2006/main">
              <a:ext uri="{FF2B5EF4-FFF2-40B4-BE49-F238E27FC236}">
                <a16:creationId xmlns:a16="http://schemas.microsoft.com/office/drawing/2014/main" id="{66CBDB00-4EC8-4671-B7C7-5DF1B63B8C63}"/>
              </a:ext>
            </a:extLst>
          </p:cNvPr>
          <p:cNvSpPr>
            <a:spLocks xmlns:a="http://schemas.openxmlformats.org/drawingml/2006/main" noGrp="1"/>
          </p:cNvSpPr>
          <p:nvPr/>
        </p:nvSpPr>
        <p:spPr>
          <a:xfrm xmlns:a="http://schemas.openxmlformats.org/drawingml/2006/main">
            <a:off x="723900" y="3686175"/>
            <a:ext cx="6873627"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0A0A0A"/>
                </a:solidFill>
                <a:latin typeface="Arial"/>
                <a:ea typeface="Arial"/>
                <a:cs typeface="Arial"/>
              </a:defRPr>
            </a:defPPr>
            <a:lvl1pPr>
              <a:defRPr sz="1200" b="0">
                <a:solidFill>
                  <a:srgbClr val="0A0A0A"/>
                </a:solidFill>
                <a:latin typeface="Arial"/>
                <a:ea typeface="Arial"/>
                <a:cs typeface="Arial"/>
              </a:defRPr>
            </a:lvl1pPr>
            <a:lvl2pPr>
              <a:defRPr sz="1200" b="0">
                <a:solidFill>
                  <a:srgbClr val="0A0A0A"/>
                </a:solidFill>
                <a:latin typeface="Arial"/>
                <a:ea typeface="Arial"/>
                <a:cs typeface="Arial"/>
              </a:defRPr>
            </a:lvl2pPr>
            <a:lvl3pPr>
              <a:defRPr sz="1200" b="0">
                <a:solidFill>
                  <a:srgbClr val="0A0A0A"/>
                </a:solidFill>
                <a:latin typeface="Arial"/>
                <a:ea typeface="Arial"/>
                <a:cs typeface="Arial"/>
              </a:defRPr>
            </a:lvl3pPr>
            <a:lvl4pPr>
              <a:defRPr sz="1200" b="0">
                <a:solidFill>
                  <a:srgbClr val="0A0A0A"/>
                </a:solidFill>
                <a:latin typeface="Arial"/>
                <a:ea typeface="Arial"/>
                <a:cs typeface="Arial"/>
              </a:defRPr>
            </a:lvl4pPr>
            <a:lvl5pPr>
              <a:defRPr sz="1200" b="0">
                <a:solidFill>
                  <a:srgbClr val="0A0A0A"/>
                </a:solidFill>
                <a:latin typeface="Arial"/>
                <a:ea typeface="Arial"/>
                <a:cs typeface="Arial"/>
              </a:defRPr>
            </a:lvl5pPr>
            <a:lvl6pPr>
              <a:defRPr sz="1200" b="0">
                <a:solidFill>
                  <a:srgbClr val="0A0A0A"/>
                </a:solidFill>
                <a:latin typeface="Arial"/>
                <a:ea typeface="Arial"/>
                <a:cs typeface="Arial"/>
              </a:defRPr>
            </a:lvl6pPr>
            <a:lvl7pPr>
              <a:defRPr sz="1200" b="0">
                <a:solidFill>
                  <a:srgbClr val="0A0A0A"/>
                </a:solidFill>
                <a:latin typeface="Arial"/>
                <a:ea typeface="Arial"/>
                <a:cs typeface="Arial"/>
              </a:defRPr>
            </a:lvl7pPr>
            <a:lvl8pPr>
              <a:defRPr sz="1200" b="0">
                <a:solidFill>
                  <a:srgbClr val="0A0A0A"/>
                </a:solidFill>
                <a:latin typeface="Arial"/>
                <a:ea typeface="Arial"/>
                <a:cs typeface="Arial"/>
              </a:defRPr>
            </a:lvl8pPr>
            <a:lvl9pPr>
              <a:defRPr sz="1200" b="0">
                <a:solidFill>
                  <a:srgbClr val="0A0A0A"/>
                </a:solidFill>
                <a:latin typeface="Arial"/>
                <a:ea typeface="Arial"/>
                <a:cs typeface="Arial"/>
              </a:defRPr>
            </a:lvl9pPr>
          </a:lstStyle>
          <a:p xmlns:a="http://schemas.openxmlformats.org/drawingml/2006/main">
            <a:pPr>
              <a:defRPr sz="1200" b="0">
                <a:solidFill>
                  <a:srgbClr val="0A0A0A"/>
                </a:solidFill>
                <a:latin typeface="Arial"/>
                <a:ea typeface="Arial"/>
                <a:cs typeface="Arial"/>
              </a:defRPr>
            </a:pPr>
            <a:r>
              <a:rPr sz="1200" b="0">
                <a:solidFill>
                  <a:srgbClr val="0A0A0A"/>
                </a:solidFill>
                <a:latin typeface="Arial"/>
                <a:ea typeface="Arial"/>
                <a:cs typeface="Arial"/>
              </a:rPr>
              <a:t>There is a critical need for an intelligent, interpretable machine learning solution that businesses can act upon with confidence.</a:t>
            </a:r>
          </a:p>
        </p:txBody>
      </p:sp>
    </p:spTree>
    <p:extLst>
      <p:ext uri="{BB962C8B-B14F-4D97-AF65-F5344CB8AC3E}">
        <p14:creationId xmlns:p14="http://schemas.microsoft.com/office/powerpoint/2010/main" val="1187918334"/>
      </p:ext>
    </p:extLst>
  </p:cSld>
</p:sld>
</file>

<file path=ppt/slides/slide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451C1769-414A-4F5F-8B9D-3F52C9AE2659}"/>
              </a:ext>
            </a:extLst>
          </p:cNvPr>
          <p:cNvSpPr>
            <a:spLocks xmlns:a="http://schemas.openxmlformats.org/drawingml/2006/main" noGrp="1"/>
          </p:cNvSpPr>
          <p:nvPr/>
        </p:nvSpPr>
        <p:spPr>
          <a:xfrm xmlns:a="http://schemas.openxmlformats.org/drawingml/2006/main">
            <a:off x="228600" y="114300"/>
            <a:ext cx="238355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0A0A0A"/>
                </a:solidFill>
                <a:latin typeface="Courier New"/>
                <a:ea typeface="Courier New"/>
                <a:cs typeface="Courier New"/>
              </a:defRPr>
            </a:defPPr>
            <a:lvl1pPr>
              <a:defRPr sz="975" b="0">
                <a:solidFill>
                  <a:srgbClr val="0A0A0A"/>
                </a:solidFill>
                <a:latin typeface="Courier New"/>
                <a:ea typeface="Courier New"/>
                <a:cs typeface="Courier New"/>
              </a:defRPr>
            </a:lvl1pPr>
            <a:lvl2pPr>
              <a:defRPr sz="975" b="0">
                <a:solidFill>
                  <a:srgbClr val="0A0A0A"/>
                </a:solidFill>
                <a:latin typeface="Courier New"/>
                <a:ea typeface="Courier New"/>
                <a:cs typeface="Courier New"/>
              </a:defRPr>
            </a:lvl2pPr>
            <a:lvl3pPr>
              <a:defRPr sz="975" b="0">
                <a:solidFill>
                  <a:srgbClr val="0A0A0A"/>
                </a:solidFill>
                <a:latin typeface="Courier New"/>
                <a:ea typeface="Courier New"/>
                <a:cs typeface="Courier New"/>
              </a:defRPr>
            </a:lvl3pPr>
            <a:lvl4pPr>
              <a:defRPr sz="975" b="0">
                <a:solidFill>
                  <a:srgbClr val="0A0A0A"/>
                </a:solidFill>
                <a:latin typeface="Courier New"/>
                <a:ea typeface="Courier New"/>
                <a:cs typeface="Courier New"/>
              </a:defRPr>
            </a:lvl4pPr>
            <a:lvl5pPr>
              <a:defRPr sz="975" b="0">
                <a:solidFill>
                  <a:srgbClr val="0A0A0A"/>
                </a:solidFill>
                <a:latin typeface="Courier New"/>
                <a:ea typeface="Courier New"/>
                <a:cs typeface="Courier New"/>
              </a:defRPr>
            </a:lvl5pPr>
            <a:lvl6pPr>
              <a:defRPr sz="975" b="0">
                <a:solidFill>
                  <a:srgbClr val="0A0A0A"/>
                </a:solidFill>
                <a:latin typeface="Courier New"/>
                <a:ea typeface="Courier New"/>
                <a:cs typeface="Courier New"/>
              </a:defRPr>
            </a:lvl6pPr>
            <a:lvl7pPr>
              <a:defRPr sz="975" b="0">
                <a:solidFill>
                  <a:srgbClr val="0A0A0A"/>
                </a:solidFill>
                <a:latin typeface="Courier New"/>
                <a:ea typeface="Courier New"/>
                <a:cs typeface="Courier New"/>
              </a:defRPr>
            </a:lvl7pPr>
            <a:lvl8pPr>
              <a:defRPr sz="975" b="0">
                <a:solidFill>
                  <a:srgbClr val="0A0A0A"/>
                </a:solidFill>
                <a:latin typeface="Courier New"/>
                <a:ea typeface="Courier New"/>
                <a:cs typeface="Courier New"/>
              </a:defRPr>
            </a:lvl8pPr>
            <a:lvl9pPr>
              <a:defRPr sz="975" b="0">
                <a:solidFill>
                  <a:srgbClr val="0A0A0A"/>
                </a:solidFill>
                <a:latin typeface="Courier New"/>
                <a:ea typeface="Courier New"/>
                <a:cs typeface="Courier New"/>
              </a:defRPr>
            </a:lvl9pPr>
          </a:lstStyle>
          <a:p xmlns:a="http://schemas.openxmlformats.org/drawingml/2006/main">
            <a:pPr>
              <a:defRPr sz="975" b="0">
                <a:solidFill>
                  <a:srgbClr val="0A0A0A"/>
                </a:solidFill>
                <a:latin typeface="Courier New"/>
                <a:ea typeface="Courier New"/>
                <a:cs typeface="Courier New"/>
              </a:defRPr>
            </a:pPr>
            <a:r>
              <a:rPr sz="975" b="0">
                <a:solidFill>
                  <a:srgbClr val="0A0A0A"/>
                </a:solidFill>
                <a:latin typeface="Courier New"/>
                <a:ea typeface="Courier New"/>
                <a:cs typeface="Courier New"/>
              </a:rPr>
              <a:t>03 / LITERATURE SURVEY</a:t>
            </a:r>
          </a:p>
        </p:txBody>
      </p:sp>
      <p:sp>
        <p:nvSpPr>
          <p:cNvPr id="2" name="">
            <a:extLst xmlns:a="http://schemas.openxmlformats.org/drawingml/2006/main">
              <a:ext uri="{FF2B5EF4-FFF2-40B4-BE49-F238E27FC236}">
                <a16:creationId xmlns:a16="http://schemas.microsoft.com/office/drawing/2014/main" id="{21FD421F-FDC7-42AC-9AF5-10594904F365}"/>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63D7FDD9-5D43-4D09-A2B1-112CA72CA8EC}"/>
              </a:ext>
            </a:extLst>
          </p:cNvPr>
          <p:cNvSpPr>
            <a:spLocks xmlns:a="http://schemas.openxmlformats.org/drawingml/2006/main" noGrp="1"/>
          </p:cNvSpPr>
          <p:nvPr/>
        </p:nvSpPr>
        <p:spPr>
          <a:xfrm xmlns:a="http://schemas.openxmlformats.org/drawingml/2006/main">
            <a:off x="571500" y="457200"/>
            <a:ext cx="251991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002FA7"/>
                </a:solidFill>
                <a:latin typeface="Arial"/>
                <a:ea typeface="Arial"/>
                <a:cs typeface="Arial"/>
              </a:defRPr>
            </a:defPPr>
            <a:lvl1pPr>
              <a:defRPr sz="1950" b="1">
                <a:solidFill>
                  <a:srgbClr val="002FA7"/>
                </a:solidFill>
                <a:latin typeface="Arial"/>
                <a:ea typeface="Arial"/>
                <a:cs typeface="Arial"/>
              </a:defRPr>
            </a:lvl1pPr>
            <a:lvl2pPr>
              <a:defRPr sz="1950" b="1">
                <a:solidFill>
                  <a:srgbClr val="002FA7"/>
                </a:solidFill>
                <a:latin typeface="Arial"/>
                <a:ea typeface="Arial"/>
                <a:cs typeface="Arial"/>
              </a:defRPr>
            </a:lvl2pPr>
            <a:lvl3pPr>
              <a:defRPr sz="1950" b="1">
                <a:solidFill>
                  <a:srgbClr val="002FA7"/>
                </a:solidFill>
                <a:latin typeface="Arial"/>
                <a:ea typeface="Arial"/>
                <a:cs typeface="Arial"/>
              </a:defRPr>
            </a:lvl3pPr>
            <a:lvl4pPr>
              <a:defRPr sz="1950" b="1">
                <a:solidFill>
                  <a:srgbClr val="002FA7"/>
                </a:solidFill>
                <a:latin typeface="Arial"/>
                <a:ea typeface="Arial"/>
                <a:cs typeface="Arial"/>
              </a:defRPr>
            </a:lvl4pPr>
            <a:lvl5pPr>
              <a:defRPr sz="1950" b="1">
                <a:solidFill>
                  <a:srgbClr val="002FA7"/>
                </a:solidFill>
                <a:latin typeface="Arial"/>
                <a:ea typeface="Arial"/>
                <a:cs typeface="Arial"/>
              </a:defRPr>
            </a:lvl5pPr>
            <a:lvl6pPr>
              <a:defRPr sz="1950" b="1">
                <a:solidFill>
                  <a:srgbClr val="002FA7"/>
                </a:solidFill>
                <a:latin typeface="Arial"/>
                <a:ea typeface="Arial"/>
                <a:cs typeface="Arial"/>
              </a:defRPr>
            </a:lvl6pPr>
            <a:lvl7pPr>
              <a:defRPr sz="1950" b="1">
                <a:solidFill>
                  <a:srgbClr val="002FA7"/>
                </a:solidFill>
                <a:latin typeface="Arial"/>
                <a:ea typeface="Arial"/>
                <a:cs typeface="Arial"/>
              </a:defRPr>
            </a:lvl7pPr>
            <a:lvl8pPr>
              <a:defRPr sz="1950" b="1">
                <a:solidFill>
                  <a:srgbClr val="002FA7"/>
                </a:solidFill>
                <a:latin typeface="Arial"/>
                <a:ea typeface="Arial"/>
                <a:cs typeface="Arial"/>
              </a:defRPr>
            </a:lvl8pPr>
            <a:lvl9pPr>
              <a:defRPr sz="1950" b="1">
                <a:solidFill>
                  <a:srgbClr val="002FA7"/>
                </a:solidFill>
                <a:latin typeface="Arial"/>
                <a:ea typeface="Arial"/>
                <a:cs typeface="Arial"/>
              </a:defRPr>
            </a:lvl9pPr>
          </a:lstStyle>
          <a:p xmlns:a="http://schemas.openxmlformats.org/drawingml/2006/main">
            <a:pPr>
              <a:defRPr sz="1950" b="1">
                <a:solidFill>
                  <a:srgbClr val="002FA7"/>
                </a:solidFill>
                <a:latin typeface="Arial"/>
                <a:ea typeface="Arial"/>
                <a:cs typeface="Arial"/>
              </a:defRPr>
            </a:pPr>
            <a:r>
              <a:rPr sz="1950" b="1">
                <a:solidFill>
                  <a:srgbClr val="002FA7"/>
                </a:solidFill>
                <a:latin typeface="Arial"/>
                <a:ea typeface="Arial"/>
                <a:cs typeface="Arial"/>
              </a:rPr>
              <a:t>Literature Survey</a:t>
            </a:r>
          </a:p>
        </p:txBody>
      </p:sp>
      <p:sp>
        <p:nvSpPr>
          <p:cNvPr id="4" name="">
            <a:extLst xmlns:a="http://schemas.openxmlformats.org/drawingml/2006/main">
              <a:ext uri="{FF2B5EF4-FFF2-40B4-BE49-F238E27FC236}">
                <a16:creationId xmlns:a16="http://schemas.microsoft.com/office/drawing/2014/main" id="{A9326490-3B01-4C8A-A39D-C792EB2758AB}"/>
              </a:ext>
            </a:extLst>
          </p:cNvPr>
          <p:cNvSpPr>
            <a:spLocks xmlns:a="http://schemas.openxmlformats.org/drawingml/2006/main" noGrp="1"/>
          </p:cNvSpPr>
          <p:nvPr/>
        </p:nvSpPr>
        <p:spPr>
          <a:xfrm xmlns:a="http://schemas.openxmlformats.org/drawingml/2006/main">
            <a:off x="571500" y="4086225"/>
            <a:ext cx="11049000" cy="333375"/>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5" name="text-5">
            <a:extLst xmlns:a="http://schemas.openxmlformats.org/drawingml/2006/main">
              <a:ext uri="{FF2B5EF4-FFF2-40B4-BE49-F238E27FC236}">
                <a16:creationId xmlns:a16="http://schemas.microsoft.com/office/drawing/2014/main" id="{52492CAE-7E1F-4DFC-BC7E-269FD67B4E18}"/>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A0A0A"/>
                </a:solidFill>
                <a:latin typeface="Courier New"/>
                <a:ea typeface="Courier New"/>
                <a:cs typeface="Courier New"/>
              </a:defRPr>
            </a:defPPr>
            <a:lvl1pPr>
              <a:defRPr sz="825" b="0">
                <a:solidFill>
                  <a:srgbClr val="0A0A0A"/>
                </a:solidFill>
                <a:latin typeface="Courier New"/>
                <a:ea typeface="Courier New"/>
                <a:cs typeface="Courier New"/>
              </a:defRPr>
            </a:lvl1pPr>
            <a:lvl2pPr>
              <a:defRPr sz="825" b="0">
                <a:solidFill>
                  <a:srgbClr val="0A0A0A"/>
                </a:solidFill>
                <a:latin typeface="Courier New"/>
                <a:ea typeface="Courier New"/>
                <a:cs typeface="Courier New"/>
              </a:defRPr>
            </a:lvl2pPr>
            <a:lvl3pPr>
              <a:defRPr sz="825" b="0">
                <a:solidFill>
                  <a:srgbClr val="0A0A0A"/>
                </a:solidFill>
                <a:latin typeface="Courier New"/>
                <a:ea typeface="Courier New"/>
                <a:cs typeface="Courier New"/>
              </a:defRPr>
            </a:lvl3pPr>
            <a:lvl4pPr>
              <a:defRPr sz="825" b="0">
                <a:solidFill>
                  <a:srgbClr val="0A0A0A"/>
                </a:solidFill>
                <a:latin typeface="Courier New"/>
                <a:ea typeface="Courier New"/>
                <a:cs typeface="Courier New"/>
              </a:defRPr>
            </a:lvl4pPr>
            <a:lvl5pPr>
              <a:defRPr sz="825" b="0">
                <a:solidFill>
                  <a:srgbClr val="0A0A0A"/>
                </a:solidFill>
                <a:latin typeface="Courier New"/>
                <a:ea typeface="Courier New"/>
                <a:cs typeface="Courier New"/>
              </a:defRPr>
            </a:lvl5pPr>
            <a:lvl6pPr>
              <a:defRPr sz="825" b="0">
                <a:solidFill>
                  <a:srgbClr val="0A0A0A"/>
                </a:solidFill>
                <a:latin typeface="Courier New"/>
                <a:ea typeface="Courier New"/>
                <a:cs typeface="Courier New"/>
              </a:defRPr>
            </a:lvl6pPr>
            <a:lvl7pPr>
              <a:defRPr sz="825" b="0">
                <a:solidFill>
                  <a:srgbClr val="0A0A0A"/>
                </a:solidFill>
                <a:latin typeface="Courier New"/>
                <a:ea typeface="Courier New"/>
                <a:cs typeface="Courier New"/>
              </a:defRPr>
            </a:lvl7pPr>
            <a:lvl8pPr>
              <a:defRPr sz="825" b="0">
                <a:solidFill>
                  <a:srgbClr val="0A0A0A"/>
                </a:solidFill>
                <a:latin typeface="Courier New"/>
                <a:ea typeface="Courier New"/>
                <a:cs typeface="Courier New"/>
              </a:defRPr>
            </a:lvl8pPr>
            <a:lvl9pPr>
              <a:defRPr sz="825" b="0">
                <a:solidFill>
                  <a:srgbClr val="0A0A0A"/>
                </a:solidFill>
                <a:latin typeface="Courier New"/>
                <a:ea typeface="Courier New"/>
                <a:cs typeface="Courier New"/>
              </a:defRPr>
            </a:lvl9pPr>
          </a:lstStyle>
          <a:p xmlns:a="http://schemas.openxmlformats.org/drawingml/2006/main">
            <a:pPr>
              <a:defRPr sz="825" b="0">
                <a:solidFill>
                  <a:srgbClr val="0A0A0A"/>
                </a:solidFill>
                <a:latin typeface="Courier New"/>
                <a:ea typeface="Courier New"/>
                <a:cs typeface="Courier New"/>
              </a:defRPr>
            </a:pPr>
            <a:r>
              <a:rPr sz="825" b="0">
                <a:solidFill>
                  <a:srgbClr val="0A0A0A"/>
                </a:solidFill>
                <a:latin typeface="Courier New"/>
                <a:ea typeface="Courier New"/>
                <a:cs typeface="Courier New"/>
              </a:rPr>
              <a:t>LESS / GRID / MONO</a:t>
            </a:r>
          </a:p>
        </p:txBody>
      </p:sp>
      <p:sp>
        <p:nvSpPr>
          <p:cNvPr id="6" name="text-6">
            <a:extLst xmlns:a="http://schemas.openxmlformats.org/drawingml/2006/main">
              <a:ext uri="{FF2B5EF4-FFF2-40B4-BE49-F238E27FC236}">
                <a16:creationId xmlns:a16="http://schemas.microsoft.com/office/drawing/2014/main" id="{EC3BFE41-E2E7-4F3B-8665-6C4597DE5424}"/>
              </a:ext>
            </a:extLst>
          </p:cNvPr>
          <p:cNvSpPr>
            <a:spLocks xmlns:a="http://schemas.openxmlformats.org/drawingml/2006/main" noGrp="1"/>
          </p:cNvSpPr>
          <p:nvPr/>
        </p:nvSpPr>
        <p:spPr>
          <a:xfrm xmlns:a="http://schemas.openxmlformats.org/drawingml/2006/main">
            <a:off x="752475" y="4181475"/>
            <a:ext cx="1110310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0A0A0A"/>
                </a:solidFill>
                <a:latin typeface="Courier New"/>
                <a:ea typeface="Courier New"/>
                <a:cs typeface="Courier New"/>
              </a:defRPr>
            </a:defPPr>
            <a:lvl1pPr>
              <a:defRPr sz="975" b="1">
                <a:solidFill>
                  <a:srgbClr val="0A0A0A"/>
                </a:solidFill>
                <a:latin typeface="Courier New"/>
                <a:ea typeface="Courier New"/>
                <a:cs typeface="Courier New"/>
              </a:defRPr>
            </a:lvl1pPr>
            <a:lvl2pPr>
              <a:defRPr sz="975" b="1">
                <a:solidFill>
                  <a:srgbClr val="0A0A0A"/>
                </a:solidFill>
                <a:latin typeface="Courier New"/>
                <a:ea typeface="Courier New"/>
                <a:cs typeface="Courier New"/>
              </a:defRPr>
            </a:lvl2pPr>
            <a:lvl3pPr>
              <a:defRPr sz="975" b="1">
                <a:solidFill>
                  <a:srgbClr val="0A0A0A"/>
                </a:solidFill>
                <a:latin typeface="Courier New"/>
                <a:ea typeface="Courier New"/>
                <a:cs typeface="Courier New"/>
              </a:defRPr>
            </a:lvl3pPr>
            <a:lvl4pPr>
              <a:defRPr sz="975" b="1">
                <a:solidFill>
                  <a:srgbClr val="0A0A0A"/>
                </a:solidFill>
                <a:latin typeface="Courier New"/>
                <a:ea typeface="Courier New"/>
                <a:cs typeface="Courier New"/>
              </a:defRPr>
            </a:lvl4pPr>
            <a:lvl5pPr>
              <a:defRPr sz="975" b="1">
                <a:solidFill>
                  <a:srgbClr val="0A0A0A"/>
                </a:solidFill>
                <a:latin typeface="Courier New"/>
                <a:ea typeface="Courier New"/>
                <a:cs typeface="Courier New"/>
              </a:defRPr>
            </a:lvl5pPr>
            <a:lvl6pPr>
              <a:defRPr sz="975" b="1">
                <a:solidFill>
                  <a:srgbClr val="0A0A0A"/>
                </a:solidFill>
                <a:latin typeface="Courier New"/>
                <a:ea typeface="Courier New"/>
                <a:cs typeface="Courier New"/>
              </a:defRPr>
            </a:lvl6pPr>
            <a:lvl7pPr>
              <a:defRPr sz="975" b="1">
                <a:solidFill>
                  <a:srgbClr val="0A0A0A"/>
                </a:solidFill>
                <a:latin typeface="Courier New"/>
                <a:ea typeface="Courier New"/>
                <a:cs typeface="Courier New"/>
              </a:defRPr>
            </a:lvl7pPr>
            <a:lvl8pPr>
              <a:defRPr sz="975" b="1">
                <a:solidFill>
                  <a:srgbClr val="0A0A0A"/>
                </a:solidFill>
                <a:latin typeface="Courier New"/>
                <a:ea typeface="Courier New"/>
                <a:cs typeface="Courier New"/>
              </a:defRPr>
            </a:lvl8pPr>
            <a:lvl9pPr>
              <a:defRPr sz="975" b="1">
                <a:solidFill>
                  <a:srgbClr val="0A0A0A"/>
                </a:solidFill>
                <a:latin typeface="Courier New"/>
                <a:ea typeface="Courier New"/>
                <a:cs typeface="Courier New"/>
              </a:defRPr>
            </a:lvl9pPr>
          </a:lstStyle>
          <a:p xmlns:a="http://schemas.openxmlformats.org/drawingml/2006/main">
            <a:pPr>
              <a:defRPr sz="975" b="1">
                <a:solidFill>
                  <a:srgbClr val="0A0A0A"/>
                </a:solidFill>
                <a:latin typeface="Courier New"/>
                <a:ea typeface="Courier New"/>
                <a:cs typeface="Courier New"/>
              </a:defRPr>
            </a:pPr>
            <a:r>
              <a:rPr sz="975" b="1">
                <a:solidFill>
                  <a:srgbClr val="0A0A0A"/>
                </a:solidFill>
                <a:latin typeface="Courier New"/>
                <a:ea typeface="Courier New"/>
                <a:cs typeface="Courier New"/>
              </a:rPr>
              <a:t>Key Gap: No existing study combines hybrid ensemble learning with SHAP-based explainability for telecom churn prediction.</a:t>
            </a:r>
          </a:p>
        </p:txBody>
      </p:sp>
      <p:graphicFrame>
        <p:nvGraphicFramePr>
          <p:cNvPr id="7" name="">
            <a:extLst xmlns:a="http://schemas.openxmlformats.org/drawingml/2006/main">
              <a:ext uri="{FF2B5EF4-FFF2-40B4-BE49-F238E27FC236}">
                <a16:creationId xmlns:a16="http://schemas.microsoft.com/office/drawing/2014/main" id="{A0251715-7C9A-4661-914F-8150BFBA7983}"/>
              </a:ext>
            </a:extLst>
          </p:cNvPr>
          <p:cNvGraphicFramePr/>
          <p:nvPr/>
        </p:nvGraphicFramePr>
        <p:xfrm>
          <a:off xmlns:a="http://schemas.openxmlformats.org/drawingml/2006/main" x="571500" y="895350"/>
          <a:ext xmlns:a="http://schemas.openxmlformats.org/drawingml/2006/main" cx="11049000" cy="3067050"/>
        </p:xfrm>
        <a:graphic xmlns:a="http://schemas.openxmlformats.org/drawingml/2006/main">
          <a:graphicData uri="http://schemas.openxmlformats.org/drawingml/2006/table">
            <a:tbl>
              <a:tblPr/>
              <a:tblGrid>
                <a:gridCol w="2105025"/>
                <a:gridCol w="590550"/>
                <a:gridCol w="3705225"/>
                <a:gridCol w="4648200"/>
              </a:tblGrid>
              <a:tr h="276225">
                <a:tc>
                  <a:txBody>
                    <a:bodyPr lIns="95250" tIns="57150" rIns="57150" bIns="28575"/>
                    <a:lstStyle/>
                    <a:p>
                      <a:r>
                        <a:rPr sz="900" b="1">
                          <a:solidFill>
                            <a:srgbClr val="FFFFFF"/>
                          </a:solidFill>
                          <a:latin typeface="Arial"/>
                          <a:ea typeface="Arial"/>
                          <a:cs typeface="Arial"/>
                        </a:rPr>
                        <a:t>Author</a:t>
                      </a:r>
                    </a:p>
                  </a:txBody>
                  <a:tcPr marL="91440" marR="91440" marT="45720" marB="45720">
                    <a:solidFill>
                      <a:srgbClr val="002FA7"/>
                    </a:solidFill>
                  </a:tcPr>
                </a:tc>
                <a:tc>
                  <a:txBody>
                    <a:bodyPr lIns="95250" tIns="57150" rIns="57150" bIns="28575"/>
                    <a:lstStyle/>
                    <a:p>
                      <a:r>
                        <a:rPr sz="900" b="1">
                          <a:solidFill>
                            <a:srgbClr val="FFFFFF"/>
                          </a:solidFill>
                          <a:latin typeface="Arial"/>
                          <a:ea typeface="Arial"/>
                          <a:cs typeface="Arial"/>
                        </a:rPr>
                        <a:t>Year</a:t>
                      </a:r>
                    </a:p>
                  </a:txBody>
                  <a:tcPr marL="91440" marR="91440" marT="45720" marB="45720">
                    <a:solidFill>
                      <a:srgbClr val="002FA7"/>
                    </a:solidFill>
                  </a:tcPr>
                </a:tc>
                <a:tc>
                  <a:txBody>
                    <a:bodyPr lIns="95250" tIns="57150" rIns="57150" bIns="28575"/>
                    <a:lstStyle/>
                    <a:p>
                      <a:r>
                        <a:rPr sz="900" b="1">
                          <a:solidFill>
                            <a:srgbClr val="FFFFFF"/>
                          </a:solidFill>
                          <a:latin typeface="Arial"/>
                          <a:ea typeface="Arial"/>
                          <a:cs typeface="Arial"/>
                        </a:rPr>
                        <a:t>Technique</a:t>
                      </a:r>
                    </a:p>
                  </a:txBody>
                  <a:tcPr marL="91440" marR="91440" marT="45720" marB="45720">
                    <a:solidFill>
                      <a:srgbClr val="002FA7"/>
                    </a:solidFill>
                  </a:tcPr>
                </a:tc>
                <a:tc>
                  <a:txBody>
                    <a:bodyPr lIns="95250" tIns="57150" rIns="57150" bIns="28575"/>
                    <a:lstStyle/>
                    <a:p>
                      <a:r>
                        <a:rPr sz="900" b="1">
                          <a:solidFill>
                            <a:srgbClr val="FFFFFF"/>
                          </a:solidFill>
                          <a:latin typeface="Arial"/>
                          <a:ea typeface="Arial"/>
                          <a:cs typeface="Arial"/>
                        </a:rPr>
                        <a:t>Limitation</a:t>
                      </a:r>
                    </a:p>
                  </a:txBody>
                  <a:tcPr marL="91440" marR="91440" marT="45720" marB="45720">
                    <a:solidFill>
                      <a:srgbClr val="002FA7"/>
                    </a:solidFill>
                  </a:tcPr>
                </a:tc>
              </a:tr>
              <a:tr h="276225">
                <a:tc>
                  <a:txBody>
                    <a:bodyPr lIns="95250" tIns="57150" rIns="57150" bIns="28575"/>
                    <a:lstStyle/>
                    <a:p>
                      <a:r>
                        <a:rPr sz="900" b="0">
                          <a:solidFill>
                            <a:srgbClr val="222222"/>
                          </a:solidFill>
                          <a:latin typeface="Arial"/>
                          <a:ea typeface="Arial"/>
                          <a:cs typeface="Arial"/>
                        </a:rPr>
                        <a:t>M. Imani et al.</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2025</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Systematic Review of ML/DL Models</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No XAI integration; limited real-world validation</a:t>
                      </a:r>
                    </a:p>
                  </a:txBody>
                  <a:tcPr marL="91440" marR="91440" marT="45720" marB="45720">
                    <a:solidFill>
                      <a:srgbClr val="F2F2ED"/>
                    </a:solidFill>
                  </a:tcPr>
                </a:tc>
              </a:tr>
              <a:tr h="276225">
                <a:tc>
                  <a:txBody>
                    <a:bodyPr lIns="95250" tIns="57150" rIns="57150" bIns="28575"/>
                    <a:lstStyle/>
                    <a:p>
                      <a:r>
                        <a:rPr sz="900" b="0">
                          <a:solidFill>
                            <a:srgbClr val="222222"/>
                          </a:solidFill>
                          <a:latin typeface="Arial"/>
                          <a:ea typeface="Arial"/>
                          <a:cs typeface="Arial"/>
                        </a:rPr>
                        <a:t>X. Liu et al.</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2024</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CCP-Net Hybrid Neural Network</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High computational cost; manual feature selection</a:t>
                      </a:r>
                    </a:p>
                  </a:txBody>
                  <a:tcPr marL="91440" marR="91440" marT="45720" marB="45720">
                    <a:solidFill>
                      <a:srgbClr val="FAFAF8"/>
                    </a:solidFill>
                  </a:tcPr>
                </a:tc>
              </a:tr>
              <a:tr h="276225">
                <a:tc>
                  <a:txBody>
                    <a:bodyPr lIns="95250" tIns="57150" rIns="57150" bIns="28575"/>
                    <a:lstStyle/>
                    <a:p>
                      <a:r>
                        <a:rPr sz="900" b="0">
                          <a:solidFill>
                            <a:srgbClr val="222222"/>
                          </a:solidFill>
                          <a:latin typeface="Arial"/>
                          <a:ea typeface="Arial"/>
                          <a:cs typeface="Arial"/>
                        </a:rPr>
                        <a:t>S. Ahmed et al.</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2024</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Adaptive Ensemble Learning Framework</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Limited feature engineering; no SHAP explainability</a:t>
                      </a:r>
                    </a:p>
                  </a:txBody>
                  <a:tcPr marL="91440" marR="91440" marT="45720" marB="45720">
                    <a:solidFill>
                      <a:srgbClr val="F2F2ED"/>
                    </a:solidFill>
                  </a:tcPr>
                </a:tc>
              </a:tr>
              <a:tr h="276225">
                <a:tc>
                  <a:txBody>
                    <a:bodyPr lIns="95250" tIns="57150" rIns="57150" bIns="28575"/>
                    <a:lstStyle/>
                    <a:p>
                      <a:r>
                        <a:rPr sz="900" b="0">
                          <a:solidFill>
                            <a:srgbClr val="222222"/>
                          </a:solidFill>
                          <a:latin typeface="Arial"/>
                          <a:ea typeface="Arial"/>
                          <a:cs typeface="Arial"/>
                        </a:rPr>
                        <a:t>R. Patel et al.</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2024</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SHAP-based XAI Framework</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Single model focus; no ensemble integration</a:t>
                      </a:r>
                    </a:p>
                  </a:txBody>
                  <a:tcPr marL="91440" marR="91440" marT="45720" marB="45720">
                    <a:solidFill>
                      <a:srgbClr val="FAFAF8"/>
                    </a:solidFill>
                  </a:tcPr>
                </a:tc>
              </a:tr>
              <a:tr h="276225">
                <a:tc>
                  <a:txBody>
                    <a:bodyPr lIns="95250" tIns="57150" rIns="57150" bIns="28575"/>
                    <a:lstStyle/>
                    <a:p>
                      <a:r>
                        <a:rPr sz="900" b="0">
                          <a:solidFill>
                            <a:srgbClr val="222222"/>
                          </a:solidFill>
                          <a:latin typeface="Arial"/>
                          <a:ea typeface="Arial"/>
                          <a:cs typeface="Arial"/>
                        </a:rPr>
                        <a:t>K. Kumar &amp; J. Lee</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2024</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RFM + Deep Embedded Clustering</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No hybrid ensemble; limited business interpretability</a:t>
                      </a:r>
                    </a:p>
                  </a:txBody>
                  <a:tcPr marL="91440" marR="91440" marT="45720" marB="45720">
                    <a:solidFill>
                      <a:srgbClr val="F2F2ED"/>
                    </a:solidFill>
                  </a:tcPr>
                </a:tc>
              </a:tr>
              <a:tr h="276225">
                <a:tc>
                  <a:txBody>
                    <a:bodyPr lIns="95250" tIns="57150" rIns="57150" bIns="28575"/>
                    <a:lstStyle/>
                    <a:p>
                      <a:r>
                        <a:rPr sz="900" b="0">
                          <a:solidFill>
                            <a:srgbClr val="222222"/>
                          </a:solidFill>
                          <a:latin typeface="Arial"/>
                          <a:ea typeface="Arial"/>
                          <a:cs typeface="Arial"/>
                        </a:rPr>
                        <a:t>M. Alkhalf et al.</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2025</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E-commerce ML Churn Prediction</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Small dataset (5,630); no multimodal features</a:t>
                      </a:r>
                    </a:p>
                  </a:txBody>
                  <a:tcPr marL="91440" marR="91440" marT="45720" marB="45720">
                    <a:solidFill>
                      <a:srgbClr val="FAFAF8"/>
                    </a:solidFill>
                  </a:tcPr>
                </a:tc>
              </a:tr>
              <a:tr h="276225">
                <a:tc>
                  <a:txBody>
                    <a:bodyPr lIns="95250" tIns="57150" rIns="57150" bIns="28575"/>
                    <a:lstStyle/>
                    <a:p>
                      <a:r>
                        <a:rPr sz="900" b="0">
                          <a:solidFill>
                            <a:srgbClr val="222222"/>
                          </a:solidFill>
                          <a:latin typeface="Arial"/>
                          <a:ea typeface="Arial"/>
                          <a:cs typeface="Arial"/>
                        </a:rPr>
                        <a:t>T. Chen et al.</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2023</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XGBoost + LIME Interpretability</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LIME instability; limited ensemble diversity</a:t>
                      </a:r>
                    </a:p>
                  </a:txBody>
                  <a:tcPr marL="91440" marR="91440" marT="45720" marB="45720">
                    <a:solidFill>
                      <a:srgbClr val="F2F2ED"/>
                    </a:solidFill>
                  </a:tcPr>
                </a:tc>
              </a:tr>
              <a:tr h="276225">
                <a:tc>
                  <a:txBody>
                    <a:bodyPr lIns="95250" tIns="57150" rIns="57150" bIns="28575"/>
                    <a:lstStyle/>
                    <a:p>
                      <a:r>
                        <a:rPr sz="900" b="0">
                          <a:solidFill>
                            <a:srgbClr val="222222"/>
                          </a:solidFill>
                          <a:latin typeface="Arial"/>
                          <a:ea typeface="Arial"/>
                          <a:cs typeface="Arial"/>
                        </a:rPr>
                        <a:t>L. Zhang &amp; H. Park</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2023</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Deep Learning Churn Models (DNN)</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Black-box nature; no feature importance analysis</a:t>
                      </a:r>
                    </a:p>
                  </a:txBody>
                  <a:tcPr marL="91440" marR="91440" marT="45720" marB="45720">
                    <a:solidFill>
                      <a:srgbClr val="FAFAF8"/>
                    </a:solidFill>
                  </a:tcPr>
                </a:tc>
              </a:tr>
              <a:tr h="276225">
                <a:tc>
                  <a:txBody>
                    <a:bodyPr lIns="95250" tIns="57150" rIns="57150" bIns="28575"/>
                    <a:lstStyle/>
                    <a:p>
                      <a:r>
                        <a:rPr sz="900" b="0">
                          <a:solidFill>
                            <a:srgbClr val="222222"/>
                          </a:solidFill>
                          <a:latin typeface="Arial"/>
                          <a:ea typeface="Arial"/>
                          <a:cs typeface="Arial"/>
                        </a:rPr>
                        <a:t>A. Sharma et al.</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2022</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Stacking Ensemble for Telecom Churn</a:t>
                      </a:r>
                    </a:p>
                  </a:txBody>
                  <a:tcPr marL="91440" marR="91440" marT="45720" marB="45720">
                    <a:solidFill>
                      <a:srgbClr val="F2F2ED"/>
                    </a:solidFill>
                  </a:tcPr>
                </a:tc>
                <a:tc>
                  <a:txBody>
                    <a:bodyPr lIns="95250" tIns="57150" rIns="57150" bIns="28575"/>
                    <a:lstStyle/>
                    <a:p>
                      <a:r>
                        <a:rPr sz="900" b="0">
                          <a:solidFill>
                            <a:srgbClr val="222222"/>
                          </a:solidFill>
                          <a:latin typeface="Arial"/>
                          <a:ea typeface="Arial"/>
                          <a:cs typeface="Arial"/>
                        </a:rPr>
                        <a:t>No XAI integration; basic feature engineering</a:t>
                      </a:r>
                    </a:p>
                  </a:txBody>
                  <a:tcPr marL="91440" marR="91440" marT="45720" marB="45720">
                    <a:solidFill>
                      <a:srgbClr val="F2F2ED"/>
                    </a:solidFill>
                  </a:tcPr>
                </a:tc>
              </a:tr>
              <a:tr h="276225">
                <a:tc>
                  <a:txBody>
                    <a:bodyPr lIns="95250" tIns="57150" rIns="57150" bIns="28575"/>
                    <a:lstStyle/>
                    <a:p>
                      <a:r>
                        <a:rPr sz="900" b="0">
                          <a:solidFill>
                            <a:srgbClr val="222222"/>
                          </a:solidFill>
                          <a:latin typeface="Arial"/>
                          <a:ea typeface="Arial"/>
                          <a:cs typeface="Arial"/>
                        </a:rPr>
                        <a:t>P. Gupta &amp; M. Joshi</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2022</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Random Forest + SMOTE Churn Model</a:t>
                      </a:r>
                    </a:p>
                  </a:txBody>
                  <a:tcPr marL="91440" marR="91440" marT="45720" marB="45720">
                    <a:solidFill>
                      <a:srgbClr val="FAFAF8"/>
                    </a:solidFill>
                  </a:tcPr>
                </a:tc>
                <a:tc>
                  <a:txBody>
                    <a:bodyPr lIns="95250" tIns="57150" rIns="57150" bIns="28575"/>
                    <a:lstStyle/>
                    <a:p>
                      <a:r>
                        <a:rPr sz="900" b="0">
                          <a:solidFill>
                            <a:srgbClr val="222222"/>
                          </a:solidFill>
                          <a:latin typeface="Arial"/>
                          <a:ea typeface="Arial"/>
                          <a:cs typeface="Arial"/>
                        </a:rPr>
                        <a:t>Single classifier; no ensemble or explainability layer</a:t>
                      </a:r>
                    </a:p>
                  </a:txBody>
                  <a:tcPr marL="91440" marR="91440" marT="45720" marB="45720">
                    <a:solidFill>
                      <a:srgbClr val="FAFAF8"/>
                    </a:solidFill>
                  </a:tcPr>
                </a:tc>
              </a:tr>
            </a:tbl>
          </a:graphicData>
        </a:graphic>
      </p:graphicFrame>
    </p:spTree>
    <p:extLst>
      <p:ext uri="{BB962C8B-B14F-4D97-AF65-F5344CB8AC3E}">
        <p14:creationId xmlns:p14="http://schemas.microsoft.com/office/powerpoint/2010/main" val="1565564479"/>
      </p:ext>
    </p:extLst>
  </p:cSld>
</p:sld>
</file>

<file path=ppt/slides/slide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8" name="text-1">
            <a:extLst xmlns:a="http://schemas.openxmlformats.org/drawingml/2006/main">
              <a:ext uri="{FF2B5EF4-FFF2-40B4-BE49-F238E27FC236}">
                <a16:creationId xmlns:a16="http://schemas.microsoft.com/office/drawing/2014/main" id="{853FCC0C-9640-4240-89E6-3191F0E19854}"/>
              </a:ext>
            </a:extLst>
          </p:cNvPr>
          <p:cNvSpPr>
            <a:spLocks xmlns:a="http://schemas.openxmlformats.org/drawingml/2006/main" noGrp="1"/>
          </p:cNvSpPr>
          <p:nvPr/>
        </p:nvSpPr>
        <p:spPr>
          <a:xfrm xmlns:a="http://schemas.openxmlformats.org/drawingml/2006/main">
            <a:off x="228600" y="114300"/>
            <a:ext cx="197447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0A0A0A"/>
                </a:solidFill>
                <a:latin typeface="Courier New"/>
                <a:ea typeface="Courier New"/>
                <a:cs typeface="Courier New"/>
              </a:defRPr>
            </a:defPPr>
            <a:lvl1pPr>
              <a:defRPr sz="975" b="0">
                <a:solidFill>
                  <a:srgbClr val="0A0A0A"/>
                </a:solidFill>
                <a:latin typeface="Courier New"/>
                <a:ea typeface="Courier New"/>
                <a:cs typeface="Courier New"/>
              </a:defRPr>
            </a:lvl1pPr>
            <a:lvl2pPr>
              <a:defRPr sz="975" b="0">
                <a:solidFill>
                  <a:srgbClr val="0A0A0A"/>
                </a:solidFill>
                <a:latin typeface="Courier New"/>
                <a:ea typeface="Courier New"/>
                <a:cs typeface="Courier New"/>
              </a:defRPr>
            </a:lvl2pPr>
            <a:lvl3pPr>
              <a:defRPr sz="975" b="0">
                <a:solidFill>
                  <a:srgbClr val="0A0A0A"/>
                </a:solidFill>
                <a:latin typeface="Courier New"/>
                <a:ea typeface="Courier New"/>
                <a:cs typeface="Courier New"/>
              </a:defRPr>
            </a:lvl3pPr>
            <a:lvl4pPr>
              <a:defRPr sz="975" b="0">
                <a:solidFill>
                  <a:srgbClr val="0A0A0A"/>
                </a:solidFill>
                <a:latin typeface="Courier New"/>
                <a:ea typeface="Courier New"/>
                <a:cs typeface="Courier New"/>
              </a:defRPr>
            </a:lvl4pPr>
            <a:lvl5pPr>
              <a:defRPr sz="975" b="0">
                <a:solidFill>
                  <a:srgbClr val="0A0A0A"/>
                </a:solidFill>
                <a:latin typeface="Courier New"/>
                <a:ea typeface="Courier New"/>
                <a:cs typeface="Courier New"/>
              </a:defRPr>
            </a:lvl5pPr>
            <a:lvl6pPr>
              <a:defRPr sz="975" b="0">
                <a:solidFill>
                  <a:srgbClr val="0A0A0A"/>
                </a:solidFill>
                <a:latin typeface="Courier New"/>
                <a:ea typeface="Courier New"/>
                <a:cs typeface="Courier New"/>
              </a:defRPr>
            </a:lvl6pPr>
            <a:lvl7pPr>
              <a:defRPr sz="975" b="0">
                <a:solidFill>
                  <a:srgbClr val="0A0A0A"/>
                </a:solidFill>
                <a:latin typeface="Courier New"/>
                <a:ea typeface="Courier New"/>
                <a:cs typeface="Courier New"/>
              </a:defRPr>
            </a:lvl7pPr>
            <a:lvl8pPr>
              <a:defRPr sz="975" b="0">
                <a:solidFill>
                  <a:srgbClr val="0A0A0A"/>
                </a:solidFill>
                <a:latin typeface="Courier New"/>
                <a:ea typeface="Courier New"/>
                <a:cs typeface="Courier New"/>
              </a:defRPr>
            </a:lvl8pPr>
            <a:lvl9pPr>
              <a:defRPr sz="975" b="0">
                <a:solidFill>
                  <a:srgbClr val="0A0A0A"/>
                </a:solidFill>
                <a:latin typeface="Courier New"/>
                <a:ea typeface="Courier New"/>
                <a:cs typeface="Courier New"/>
              </a:defRPr>
            </a:lvl9pPr>
          </a:lstStyle>
          <a:p xmlns:a="http://schemas.openxmlformats.org/drawingml/2006/main">
            <a:pPr>
              <a:defRPr sz="975" b="0">
                <a:solidFill>
                  <a:srgbClr val="0A0A0A"/>
                </a:solidFill>
                <a:latin typeface="Courier New"/>
                <a:ea typeface="Courier New"/>
                <a:cs typeface="Courier New"/>
              </a:defRPr>
            </a:pPr>
            <a:r>
              <a:rPr sz="975" b="0">
                <a:solidFill>
                  <a:srgbClr val="0A0A0A"/>
                </a:solidFill>
                <a:latin typeface="Courier New"/>
                <a:ea typeface="Courier New"/>
                <a:cs typeface="Courier New"/>
              </a:rPr>
              <a:t>04 / RESEARCH GAPS</a:t>
            </a:r>
          </a:p>
        </p:txBody>
      </p:sp>
      <p:sp>
        <p:nvSpPr>
          <p:cNvPr id="2" name="">
            <a:extLst xmlns:a="http://schemas.openxmlformats.org/drawingml/2006/main">
              <a:ext uri="{FF2B5EF4-FFF2-40B4-BE49-F238E27FC236}">
                <a16:creationId xmlns:a16="http://schemas.microsoft.com/office/drawing/2014/main" id="{9C712805-BA2C-4576-982B-BB7CD926C297}"/>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C759AFD9-C68D-4F01-8C55-45D9E91FFFB2}"/>
              </a:ext>
            </a:extLst>
          </p:cNvPr>
          <p:cNvSpPr>
            <a:spLocks xmlns:a="http://schemas.openxmlformats.org/drawingml/2006/main" noGrp="1"/>
          </p:cNvSpPr>
          <p:nvPr/>
        </p:nvSpPr>
        <p:spPr>
          <a:xfrm xmlns:a="http://schemas.openxmlformats.org/drawingml/2006/main">
            <a:off x="571500" y="457200"/>
            <a:ext cx="2257904"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002FA7"/>
                </a:solidFill>
                <a:latin typeface="Arial"/>
                <a:ea typeface="Arial"/>
                <a:cs typeface="Arial"/>
              </a:defRPr>
            </a:defPPr>
            <a:lvl1pPr>
              <a:defRPr sz="1950" b="1">
                <a:solidFill>
                  <a:srgbClr val="002FA7"/>
                </a:solidFill>
                <a:latin typeface="Arial"/>
                <a:ea typeface="Arial"/>
                <a:cs typeface="Arial"/>
              </a:defRPr>
            </a:lvl1pPr>
            <a:lvl2pPr>
              <a:defRPr sz="1950" b="1">
                <a:solidFill>
                  <a:srgbClr val="002FA7"/>
                </a:solidFill>
                <a:latin typeface="Arial"/>
                <a:ea typeface="Arial"/>
                <a:cs typeface="Arial"/>
              </a:defRPr>
            </a:lvl2pPr>
            <a:lvl3pPr>
              <a:defRPr sz="1950" b="1">
                <a:solidFill>
                  <a:srgbClr val="002FA7"/>
                </a:solidFill>
                <a:latin typeface="Arial"/>
                <a:ea typeface="Arial"/>
                <a:cs typeface="Arial"/>
              </a:defRPr>
            </a:lvl3pPr>
            <a:lvl4pPr>
              <a:defRPr sz="1950" b="1">
                <a:solidFill>
                  <a:srgbClr val="002FA7"/>
                </a:solidFill>
                <a:latin typeface="Arial"/>
                <a:ea typeface="Arial"/>
                <a:cs typeface="Arial"/>
              </a:defRPr>
            </a:lvl4pPr>
            <a:lvl5pPr>
              <a:defRPr sz="1950" b="1">
                <a:solidFill>
                  <a:srgbClr val="002FA7"/>
                </a:solidFill>
                <a:latin typeface="Arial"/>
                <a:ea typeface="Arial"/>
                <a:cs typeface="Arial"/>
              </a:defRPr>
            </a:lvl5pPr>
            <a:lvl6pPr>
              <a:defRPr sz="1950" b="1">
                <a:solidFill>
                  <a:srgbClr val="002FA7"/>
                </a:solidFill>
                <a:latin typeface="Arial"/>
                <a:ea typeface="Arial"/>
                <a:cs typeface="Arial"/>
              </a:defRPr>
            </a:lvl6pPr>
            <a:lvl7pPr>
              <a:defRPr sz="1950" b="1">
                <a:solidFill>
                  <a:srgbClr val="002FA7"/>
                </a:solidFill>
                <a:latin typeface="Arial"/>
                <a:ea typeface="Arial"/>
                <a:cs typeface="Arial"/>
              </a:defRPr>
            </a:lvl7pPr>
            <a:lvl8pPr>
              <a:defRPr sz="1950" b="1">
                <a:solidFill>
                  <a:srgbClr val="002FA7"/>
                </a:solidFill>
                <a:latin typeface="Arial"/>
                <a:ea typeface="Arial"/>
                <a:cs typeface="Arial"/>
              </a:defRPr>
            </a:lvl8pPr>
            <a:lvl9pPr>
              <a:defRPr sz="1950" b="1">
                <a:solidFill>
                  <a:srgbClr val="002FA7"/>
                </a:solidFill>
                <a:latin typeface="Arial"/>
                <a:ea typeface="Arial"/>
                <a:cs typeface="Arial"/>
              </a:defRPr>
            </a:lvl9pPr>
          </a:lstStyle>
          <a:p xmlns:a="http://schemas.openxmlformats.org/drawingml/2006/main">
            <a:pPr>
              <a:defRPr sz="1950" b="1">
                <a:solidFill>
                  <a:srgbClr val="002FA7"/>
                </a:solidFill>
                <a:latin typeface="Arial"/>
                <a:ea typeface="Arial"/>
                <a:cs typeface="Arial"/>
              </a:defRPr>
            </a:pPr>
            <a:r>
              <a:rPr sz="1950" b="1">
                <a:solidFill>
                  <a:srgbClr val="002FA7"/>
                </a:solidFill>
                <a:latin typeface="Arial"/>
                <a:ea typeface="Arial"/>
                <a:cs typeface="Arial"/>
              </a:rPr>
              <a:t>Research Gaps</a:t>
            </a:r>
          </a:p>
        </p:txBody>
      </p:sp>
      <p:sp>
        <p:nvSpPr>
          <p:cNvPr id="4" name="">
            <a:extLst xmlns:a="http://schemas.openxmlformats.org/drawingml/2006/main">
              <a:ext uri="{FF2B5EF4-FFF2-40B4-BE49-F238E27FC236}">
                <a16:creationId xmlns:a16="http://schemas.microsoft.com/office/drawing/2014/main" id="{1431D4B6-61CA-46D5-B9D9-8723D1EE269E}"/>
              </a:ext>
            </a:extLst>
          </p:cNvPr>
          <p:cNvSpPr>
            <a:spLocks xmlns:a="http://schemas.openxmlformats.org/drawingml/2006/main" noGrp="1"/>
          </p:cNvSpPr>
          <p:nvPr/>
        </p:nvSpPr>
        <p:spPr>
          <a:xfrm xmlns:a="http://schemas.openxmlformats.org/drawingml/2006/main">
            <a:off x="571500" y="942975"/>
            <a:ext cx="2087761" cy="2002036"/>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A99AF1-9B2A-4325-953D-FF41E2330406}"/>
              </a:ext>
            </a:extLst>
          </p:cNvPr>
          <p:cNvSpPr>
            <a:spLocks xmlns:a="http://schemas.openxmlformats.org/drawingml/2006/main" noGrp="1"/>
          </p:cNvSpPr>
          <p:nvPr/>
        </p:nvSpPr>
        <p:spPr>
          <a:xfrm xmlns:a="http://schemas.openxmlformats.org/drawingml/2006/main">
            <a:off x="1386780" y="1162050"/>
            <a:ext cx="457200" cy="4572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6" name="text-6">
            <a:extLst xmlns:a="http://schemas.openxmlformats.org/drawingml/2006/main">
              <a:ext uri="{FF2B5EF4-FFF2-40B4-BE49-F238E27FC236}">
                <a16:creationId xmlns:a16="http://schemas.microsoft.com/office/drawing/2014/main" id="{F04A6EDC-D3AB-4180-B8AF-FE34459F1963}"/>
              </a:ext>
            </a:extLst>
          </p:cNvPr>
          <p:cNvSpPr>
            <a:spLocks xmlns:a="http://schemas.openxmlformats.org/drawingml/2006/main" noGrp="1"/>
          </p:cNvSpPr>
          <p:nvPr/>
        </p:nvSpPr>
        <p:spPr>
          <a:xfrm xmlns:a="http://schemas.openxmlformats.org/drawingml/2006/main">
            <a:off x="855762" y="1733550"/>
            <a:ext cx="1986638"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Limited Explainable AI</a:t>
            </a:r>
          </a:p>
        </p:txBody>
      </p:sp>
      <p:sp>
        <p:nvSpPr>
          <p:cNvPr id="7" name="text-7">
            <a:extLst xmlns:a="http://schemas.openxmlformats.org/drawingml/2006/main">
              <a:ext uri="{FF2B5EF4-FFF2-40B4-BE49-F238E27FC236}">
                <a16:creationId xmlns:a16="http://schemas.microsoft.com/office/drawing/2014/main" id="{E1996A8C-3F31-4485-A8E7-7406A5F15B40}"/>
              </a:ext>
            </a:extLst>
          </p:cNvPr>
          <p:cNvSpPr>
            <a:spLocks xmlns:a="http://schemas.openxmlformats.org/drawingml/2006/main" noGrp="1"/>
          </p:cNvSpPr>
          <p:nvPr/>
        </p:nvSpPr>
        <p:spPr>
          <a:xfrm xmlns:a="http://schemas.openxmlformats.org/drawingml/2006/main">
            <a:off x="895052" y="1962150"/>
            <a:ext cx="1707207" cy="6609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Existing models lack transparent decision-making for business stakeholders</a:t>
            </a:r>
          </a:p>
        </p:txBody>
      </p:sp>
      <p:sp>
        <p:nvSpPr>
          <p:cNvPr id="8" name="">
            <a:extLst xmlns:a="http://schemas.openxmlformats.org/drawingml/2006/main">
              <a:ext uri="{FF2B5EF4-FFF2-40B4-BE49-F238E27FC236}">
                <a16:creationId xmlns:a16="http://schemas.microsoft.com/office/drawing/2014/main" id="{92E2EAB9-7C4B-4462-88CA-B9CDE1F069F7}"/>
              </a:ext>
            </a:extLst>
          </p:cNvPr>
          <p:cNvSpPr>
            <a:spLocks xmlns:a="http://schemas.openxmlformats.org/drawingml/2006/main" noGrp="1"/>
          </p:cNvSpPr>
          <p:nvPr/>
        </p:nvSpPr>
        <p:spPr>
          <a:xfrm xmlns:a="http://schemas.openxmlformats.org/drawingml/2006/main">
            <a:off x="2811661" y="942975"/>
            <a:ext cx="2087910" cy="2002036"/>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222538-6740-4477-815B-81223E4D036E}"/>
              </a:ext>
            </a:extLst>
          </p:cNvPr>
          <p:cNvSpPr>
            <a:spLocks xmlns:a="http://schemas.openxmlformats.org/drawingml/2006/main" noGrp="1"/>
          </p:cNvSpPr>
          <p:nvPr/>
        </p:nvSpPr>
        <p:spPr>
          <a:xfrm xmlns:a="http://schemas.openxmlformats.org/drawingml/2006/main">
            <a:off x="3626941" y="1162050"/>
            <a:ext cx="457200" cy="4572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0" name="text-10">
            <a:extLst xmlns:a="http://schemas.openxmlformats.org/drawingml/2006/main">
              <a:ext uri="{FF2B5EF4-FFF2-40B4-BE49-F238E27FC236}">
                <a16:creationId xmlns:a16="http://schemas.microsoft.com/office/drawing/2014/main" id="{0CD783FD-7432-4DCD-8015-427476DFCCC5}"/>
              </a:ext>
            </a:extLst>
          </p:cNvPr>
          <p:cNvSpPr>
            <a:spLocks xmlns:a="http://schemas.openxmlformats.org/drawingml/2006/main" noGrp="1"/>
          </p:cNvSpPr>
          <p:nvPr/>
        </p:nvSpPr>
        <p:spPr>
          <a:xfrm xmlns:a="http://schemas.openxmlformats.org/drawingml/2006/main">
            <a:off x="2982218" y="1733550"/>
            <a:ext cx="226425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Poor Feature Engineering</a:t>
            </a:r>
          </a:p>
        </p:txBody>
      </p:sp>
      <p:sp>
        <p:nvSpPr>
          <p:cNvPr id="11" name="text-11">
            <a:extLst xmlns:a="http://schemas.openxmlformats.org/drawingml/2006/main">
              <a:ext uri="{FF2B5EF4-FFF2-40B4-BE49-F238E27FC236}">
                <a16:creationId xmlns:a16="http://schemas.microsoft.com/office/drawing/2014/main" id="{09820A38-E3F5-4966-B6B0-E8FCBB7C443B}"/>
              </a:ext>
            </a:extLst>
          </p:cNvPr>
          <p:cNvSpPr>
            <a:spLocks xmlns:a="http://schemas.openxmlformats.org/drawingml/2006/main" noGrp="1"/>
          </p:cNvSpPr>
          <p:nvPr/>
        </p:nvSpPr>
        <p:spPr>
          <a:xfrm xmlns:a="http://schemas.openxmlformats.org/drawingml/2006/main">
            <a:off x="3169593" y="1962150"/>
            <a:ext cx="1638598" cy="6609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Insufficient feature selection and transformation in existing pipelines</a:t>
            </a:r>
          </a:p>
        </p:txBody>
      </p:sp>
      <p:sp>
        <p:nvSpPr>
          <p:cNvPr id="12" name="">
            <a:extLst xmlns:a="http://schemas.openxmlformats.org/drawingml/2006/main">
              <a:ext uri="{FF2B5EF4-FFF2-40B4-BE49-F238E27FC236}">
                <a16:creationId xmlns:a16="http://schemas.microsoft.com/office/drawing/2014/main" id="{0DD2F13C-68D6-441E-BA04-A21BF5FC7CC6}"/>
              </a:ext>
            </a:extLst>
          </p:cNvPr>
          <p:cNvSpPr>
            <a:spLocks xmlns:a="http://schemas.openxmlformats.org/drawingml/2006/main" noGrp="1"/>
          </p:cNvSpPr>
          <p:nvPr/>
        </p:nvSpPr>
        <p:spPr>
          <a:xfrm xmlns:a="http://schemas.openxmlformats.org/drawingml/2006/main">
            <a:off x="5051971" y="942975"/>
            <a:ext cx="2087910" cy="2002036"/>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E8D3F6F-A1F3-4CDA-8541-9A3F0E63F837}"/>
              </a:ext>
            </a:extLst>
          </p:cNvPr>
          <p:cNvSpPr>
            <a:spLocks xmlns:a="http://schemas.openxmlformats.org/drawingml/2006/main" noGrp="1"/>
          </p:cNvSpPr>
          <p:nvPr/>
        </p:nvSpPr>
        <p:spPr>
          <a:xfrm xmlns:a="http://schemas.openxmlformats.org/drawingml/2006/main">
            <a:off x="5867251" y="1162050"/>
            <a:ext cx="457200" cy="4572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4" name="text-14">
            <a:extLst xmlns:a="http://schemas.openxmlformats.org/drawingml/2006/main">
              <a:ext uri="{FF2B5EF4-FFF2-40B4-BE49-F238E27FC236}">
                <a16:creationId xmlns:a16="http://schemas.microsoft.com/office/drawing/2014/main" id="{4A49B7DF-AFA3-4395-B53D-573BAC696898}"/>
              </a:ext>
            </a:extLst>
          </p:cNvPr>
          <p:cNvSpPr>
            <a:spLocks xmlns:a="http://schemas.openxmlformats.org/drawingml/2006/main" noGrp="1"/>
          </p:cNvSpPr>
          <p:nvPr/>
        </p:nvSpPr>
        <p:spPr>
          <a:xfrm xmlns:a="http://schemas.openxmlformats.org/drawingml/2006/main">
            <a:off x="5484465" y="1733550"/>
            <a:ext cx="1489472"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Limited Ensemble Learning</a:t>
            </a:r>
          </a:p>
        </p:txBody>
      </p:sp>
      <p:sp>
        <p:nvSpPr>
          <p:cNvPr id="15" name="text-15">
            <a:extLst xmlns:a="http://schemas.openxmlformats.org/drawingml/2006/main">
              <a:ext uri="{FF2B5EF4-FFF2-40B4-BE49-F238E27FC236}">
                <a16:creationId xmlns:a16="http://schemas.microsoft.com/office/drawing/2014/main" id="{982C475F-4BB4-4AD9-A756-DF3A48591A5C}"/>
              </a:ext>
            </a:extLst>
          </p:cNvPr>
          <p:cNvSpPr>
            <a:spLocks xmlns:a="http://schemas.openxmlformats.org/drawingml/2006/main" noGrp="1"/>
          </p:cNvSpPr>
          <p:nvPr/>
        </p:nvSpPr>
        <p:spPr>
          <a:xfrm xmlns:a="http://schemas.openxmlformats.org/drawingml/2006/main">
            <a:off x="5307062" y="2124075"/>
            <a:ext cx="1844427" cy="6609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Few studies leverage diverse ensemble architectures for churn prediction</a:t>
            </a:r>
          </a:p>
        </p:txBody>
      </p:sp>
      <p:sp>
        <p:nvSpPr>
          <p:cNvPr id="16" name="">
            <a:extLst xmlns:a="http://schemas.openxmlformats.org/drawingml/2006/main">
              <a:ext uri="{FF2B5EF4-FFF2-40B4-BE49-F238E27FC236}">
                <a16:creationId xmlns:a16="http://schemas.microsoft.com/office/drawing/2014/main" id="{9844A82B-9463-4BF8-A4F0-1A227DCBFEE7}"/>
              </a:ext>
            </a:extLst>
          </p:cNvPr>
          <p:cNvSpPr>
            <a:spLocks xmlns:a="http://schemas.openxmlformats.org/drawingml/2006/main" noGrp="1"/>
          </p:cNvSpPr>
          <p:nvPr/>
        </p:nvSpPr>
        <p:spPr>
          <a:xfrm xmlns:a="http://schemas.openxmlformats.org/drawingml/2006/main">
            <a:off x="7292280" y="942975"/>
            <a:ext cx="2087910" cy="2002036"/>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3D32621-85B0-4573-8F92-01D0DD1F154B}"/>
              </a:ext>
            </a:extLst>
          </p:cNvPr>
          <p:cNvSpPr>
            <a:spLocks xmlns:a="http://schemas.openxmlformats.org/drawingml/2006/main" noGrp="1"/>
          </p:cNvSpPr>
          <p:nvPr/>
        </p:nvSpPr>
        <p:spPr>
          <a:xfrm xmlns:a="http://schemas.openxmlformats.org/drawingml/2006/main">
            <a:off x="8107561" y="1162050"/>
            <a:ext cx="457200" cy="4572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8" name="text-18">
            <a:extLst xmlns:a="http://schemas.openxmlformats.org/drawingml/2006/main">
              <a:ext uri="{FF2B5EF4-FFF2-40B4-BE49-F238E27FC236}">
                <a16:creationId xmlns:a16="http://schemas.microsoft.com/office/drawing/2014/main" id="{D35CFAC2-F805-40E9-BC4E-3ECE398CF507}"/>
              </a:ext>
            </a:extLst>
          </p:cNvPr>
          <p:cNvSpPr>
            <a:spLocks xmlns:a="http://schemas.openxmlformats.org/drawingml/2006/main" noGrp="1"/>
          </p:cNvSpPr>
          <p:nvPr/>
        </p:nvSpPr>
        <p:spPr>
          <a:xfrm xmlns:a="http://schemas.openxmlformats.org/drawingml/2006/main">
            <a:off x="7748588" y="1733550"/>
            <a:ext cx="1441996"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Lack of Business Interpretability</a:t>
            </a:r>
          </a:p>
        </p:txBody>
      </p:sp>
      <p:sp>
        <p:nvSpPr>
          <p:cNvPr id="19" name="text-19">
            <a:extLst xmlns:a="http://schemas.openxmlformats.org/drawingml/2006/main">
              <a:ext uri="{FF2B5EF4-FFF2-40B4-BE49-F238E27FC236}">
                <a16:creationId xmlns:a16="http://schemas.microsoft.com/office/drawing/2014/main" id="{5D3154AF-B4B7-44AC-9376-FA1790FF3587}"/>
              </a:ext>
            </a:extLst>
          </p:cNvPr>
          <p:cNvSpPr>
            <a:spLocks xmlns:a="http://schemas.openxmlformats.org/drawingml/2006/main" noGrp="1"/>
          </p:cNvSpPr>
          <p:nvPr/>
        </p:nvSpPr>
        <p:spPr>
          <a:xfrm xmlns:a="http://schemas.openxmlformats.org/drawingml/2006/main">
            <a:off x="7513141" y="2124075"/>
            <a:ext cx="1912888" cy="5009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Predictions not actionable for retention strategy planning</a:t>
            </a:r>
          </a:p>
        </p:txBody>
      </p:sp>
      <p:sp>
        <p:nvSpPr>
          <p:cNvPr id="20" name="">
            <a:extLst xmlns:a="http://schemas.openxmlformats.org/drawingml/2006/main">
              <a:ext uri="{FF2B5EF4-FFF2-40B4-BE49-F238E27FC236}">
                <a16:creationId xmlns:a16="http://schemas.microsoft.com/office/drawing/2014/main" id="{A29A9DED-37F3-4759-8653-1A9826BB714F}"/>
              </a:ext>
            </a:extLst>
          </p:cNvPr>
          <p:cNvSpPr>
            <a:spLocks xmlns:a="http://schemas.openxmlformats.org/drawingml/2006/main" noGrp="1"/>
          </p:cNvSpPr>
          <p:nvPr/>
        </p:nvSpPr>
        <p:spPr>
          <a:xfrm xmlns:a="http://schemas.openxmlformats.org/drawingml/2006/main">
            <a:off x="9532590" y="942975"/>
            <a:ext cx="2087910" cy="2002036"/>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334DA9D-4F95-48F6-9EF3-F2F95206D3D3}"/>
              </a:ext>
            </a:extLst>
          </p:cNvPr>
          <p:cNvSpPr>
            <a:spLocks xmlns:a="http://schemas.openxmlformats.org/drawingml/2006/main" noGrp="1"/>
          </p:cNvSpPr>
          <p:nvPr/>
        </p:nvSpPr>
        <p:spPr>
          <a:xfrm xmlns:a="http://schemas.openxmlformats.org/drawingml/2006/main">
            <a:off x="10347871" y="1162050"/>
            <a:ext cx="457200" cy="4572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22" name="text-22">
            <a:extLst xmlns:a="http://schemas.openxmlformats.org/drawingml/2006/main">
              <a:ext uri="{FF2B5EF4-FFF2-40B4-BE49-F238E27FC236}">
                <a16:creationId xmlns:a16="http://schemas.microsoft.com/office/drawing/2014/main" id="{B92448FD-9E96-4FB7-A2EB-B06DDFE7D092}"/>
              </a:ext>
            </a:extLst>
          </p:cNvPr>
          <p:cNvSpPr>
            <a:spLocks xmlns:a="http://schemas.openxmlformats.org/drawingml/2006/main" noGrp="1"/>
          </p:cNvSpPr>
          <p:nvPr/>
        </p:nvSpPr>
        <p:spPr>
          <a:xfrm xmlns:a="http://schemas.openxmlformats.org/drawingml/2006/main">
            <a:off x="10096202" y="1733550"/>
            <a:ext cx="1227237"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Limited Model Comparison</a:t>
            </a:r>
          </a:p>
        </p:txBody>
      </p:sp>
      <p:sp>
        <p:nvSpPr>
          <p:cNvPr id="23" name="text-23">
            <a:extLst xmlns:a="http://schemas.openxmlformats.org/drawingml/2006/main">
              <a:ext uri="{FF2B5EF4-FFF2-40B4-BE49-F238E27FC236}">
                <a16:creationId xmlns:a16="http://schemas.microsoft.com/office/drawing/2014/main" id="{9EED7361-5913-4308-B6BA-5D21BD9C177D}"/>
              </a:ext>
            </a:extLst>
          </p:cNvPr>
          <p:cNvSpPr>
            <a:spLocks xmlns:a="http://schemas.openxmlformats.org/drawingml/2006/main" noGrp="1"/>
          </p:cNvSpPr>
          <p:nvPr/>
        </p:nvSpPr>
        <p:spPr>
          <a:xfrm xmlns:a="http://schemas.openxmlformats.org/drawingml/2006/main">
            <a:off x="9719072" y="2124075"/>
            <a:ext cx="1981498" cy="5009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Insufficient benchmarking across diverse ML and ensemble models</a:t>
            </a:r>
          </a:p>
        </p:txBody>
      </p:sp>
      <p:sp>
        <p:nvSpPr>
          <p:cNvPr id="24" name="">
            <a:extLst xmlns:a="http://schemas.openxmlformats.org/drawingml/2006/main">
              <a:ext uri="{FF2B5EF4-FFF2-40B4-BE49-F238E27FC236}">
                <a16:creationId xmlns:a16="http://schemas.microsoft.com/office/drawing/2014/main" id="{1649634F-C961-4071-9650-6C2DBDE67C5A}"/>
              </a:ext>
            </a:extLst>
          </p:cNvPr>
          <p:cNvSpPr>
            <a:spLocks xmlns:a="http://schemas.openxmlformats.org/drawingml/2006/main" noGrp="1"/>
          </p:cNvSpPr>
          <p:nvPr/>
        </p:nvSpPr>
        <p:spPr>
          <a:xfrm xmlns:a="http://schemas.openxmlformats.org/drawingml/2006/main">
            <a:off x="571500" y="3116461"/>
            <a:ext cx="11049000" cy="381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25" name="text-25">
            <a:extLst xmlns:a="http://schemas.openxmlformats.org/drawingml/2006/main">
              <a:ext uri="{FF2B5EF4-FFF2-40B4-BE49-F238E27FC236}">
                <a16:creationId xmlns:a16="http://schemas.microsoft.com/office/drawing/2014/main" id="{F21882EC-E9F2-4B78-9AAE-1B9B6081EAD1}"/>
              </a:ext>
            </a:extLst>
          </p:cNvPr>
          <p:cNvSpPr>
            <a:spLocks xmlns:a="http://schemas.openxmlformats.org/drawingml/2006/main" noGrp="1"/>
          </p:cNvSpPr>
          <p:nvPr/>
        </p:nvSpPr>
        <p:spPr>
          <a:xfrm xmlns:a="http://schemas.openxmlformats.org/drawingml/2006/main">
            <a:off x="876300" y="3230761"/>
            <a:ext cx="7064978"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FFFFFF"/>
                </a:solidFill>
                <a:latin typeface="Courier New"/>
                <a:ea typeface="Courier New"/>
                <a:cs typeface="Courier New"/>
              </a:defRPr>
            </a:defPPr>
            <a:lvl1pPr>
              <a:defRPr sz="1050" b="0">
                <a:solidFill>
                  <a:srgbClr val="FFFFFF"/>
                </a:solidFill>
                <a:latin typeface="Courier New"/>
                <a:ea typeface="Courier New"/>
                <a:cs typeface="Courier New"/>
              </a:defRPr>
            </a:lvl1pPr>
            <a:lvl2pPr>
              <a:defRPr sz="1050" b="0">
                <a:solidFill>
                  <a:srgbClr val="FFFFFF"/>
                </a:solidFill>
                <a:latin typeface="Courier New"/>
                <a:ea typeface="Courier New"/>
                <a:cs typeface="Courier New"/>
              </a:defRPr>
            </a:lvl2pPr>
            <a:lvl3pPr>
              <a:defRPr sz="1050" b="0">
                <a:solidFill>
                  <a:srgbClr val="FFFFFF"/>
                </a:solidFill>
                <a:latin typeface="Courier New"/>
                <a:ea typeface="Courier New"/>
                <a:cs typeface="Courier New"/>
              </a:defRPr>
            </a:lvl3pPr>
            <a:lvl4pPr>
              <a:defRPr sz="1050" b="0">
                <a:solidFill>
                  <a:srgbClr val="FFFFFF"/>
                </a:solidFill>
                <a:latin typeface="Courier New"/>
                <a:ea typeface="Courier New"/>
                <a:cs typeface="Courier New"/>
              </a:defRPr>
            </a:lvl4pPr>
            <a:lvl5pPr>
              <a:defRPr sz="1050" b="0">
                <a:solidFill>
                  <a:srgbClr val="FFFFFF"/>
                </a:solidFill>
                <a:latin typeface="Courier New"/>
                <a:ea typeface="Courier New"/>
                <a:cs typeface="Courier New"/>
              </a:defRPr>
            </a:lvl5pPr>
            <a:lvl6pPr>
              <a:defRPr sz="1050" b="0">
                <a:solidFill>
                  <a:srgbClr val="FFFFFF"/>
                </a:solidFill>
                <a:latin typeface="Courier New"/>
                <a:ea typeface="Courier New"/>
                <a:cs typeface="Courier New"/>
              </a:defRPr>
            </a:lvl6pPr>
            <a:lvl7pPr>
              <a:defRPr sz="1050" b="0">
                <a:solidFill>
                  <a:srgbClr val="FFFFFF"/>
                </a:solidFill>
                <a:latin typeface="Courier New"/>
                <a:ea typeface="Courier New"/>
                <a:cs typeface="Courier New"/>
              </a:defRPr>
            </a:lvl7pPr>
            <a:lvl8pPr>
              <a:defRPr sz="1050" b="0">
                <a:solidFill>
                  <a:srgbClr val="FFFFFF"/>
                </a:solidFill>
                <a:latin typeface="Courier New"/>
                <a:ea typeface="Courier New"/>
                <a:cs typeface="Courier New"/>
              </a:defRPr>
            </a:lvl8pPr>
            <a:lvl9pPr>
              <a:defRPr sz="1050" b="0">
                <a:solidFill>
                  <a:srgbClr val="FFFFFF"/>
                </a:solidFill>
                <a:latin typeface="Courier New"/>
                <a:ea typeface="Courier New"/>
                <a:cs typeface="Courier New"/>
              </a:defRPr>
            </a:lvl9pPr>
          </a:lstStyle>
          <a:p xmlns:a="http://schemas.openxmlformats.org/drawingml/2006/main">
            <a:pPr>
              <a:defRPr sz="1050" b="0">
                <a:solidFill>
                  <a:srgbClr val="FFFFFF"/>
                </a:solidFill>
                <a:latin typeface="Courier New"/>
                <a:ea typeface="Courier New"/>
                <a:cs typeface="Courier New"/>
              </a:defRPr>
            </a:pPr>
            <a:r>
              <a:rPr sz="1050" b="0">
                <a:solidFill>
                  <a:srgbClr val="FFFFFF"/>
                </a:solidFill>
                <a:latin typeface="Courier New"/>
                <a:ea typeface="Courier New"/>
                <a:cs typeface="Courier New"/>
              </a:rPr>
              <a:t>Our work bridges ALL five gaps through a unified hybrid + XAI framework</a:t>
            </a:r>
          </a:p>
        </p:txBody>
      </p:sp>
      <p:pic>
        <p:nvPicPr>
          <p:cNvPr id="26" name="">
            <a:extLst xmlns:a="http://schemas.openxmlformats.org/drawingml/2006/main">
              <a:ext uri="{FF2B5EF4-FFF2-40B4-BE49-F238E27FC236}">
                <a16:creationId xmlns:a16="http://schemas.microsoft.com/office/drawing/2014/main" id="{FA494F4C-D815-4A04-AD0D-CD5F0815E933}"/>
              </a:ext>
            </a:extLst>
          </p:cNvPr>
          <p:cNvPicPr>
            <a:picLocks xmlns:a="http://schemas.openxmlformats.org/drawingml/2006/main" noChangeAspect="1"/>
          </p:cNvPicPr>
          <p:nvPr/>
        </p:nvPicPr>
        <p:blipFill>
          <a:blip xmlns:r="http://schemas.openxmlformats.org/officeDocument/2006/relationships" xmlns:a="http://schemas.openxmlformats.org/drawingml/2006/main" r:embed="R4694bfc472d648cd"/>
          <a:stretch xmlns:a="http://schemas.openxmlformats.org/drawingml/2006/main"/>
        </p:blipFill>
        <p:spPr>
          <a:xfrm xmlns:a="http://schemas.openxmlformats.org/drawingml/2006/main">
            <a:off x="5762625" y="3611761"/>
            <a:ext cx="666750" cy="666750"/>
          </a:xfrm>
          <a:prstGeom xmlns:a="http://schemas.openxmlformats.org/drawingml/2006/main" prst="rect">
            <a:avLst/>
          </a:prstGeom>
        </p:spPr>
      </p:pic>
      <p:sp>
        <p:nvSpPr>
          <p:cNvPr id="27" name="text-27">
            <a:extLst xmlns:a="http://schemas.openxmlformats.org/drawingml/2006/main">
              <a:ext uri="{FF2B5EF4-FFF2-40B4-BE49-F238E27FC236}">
                <a16:creationId xmlns:a16="http://schemas.microsoft.com/office/drawing/2014/main" id="{468E89A6-BF3F-4098-BC1E-448B964873E8}"/>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A0A0A"/>
                </a:solidFill>
                <a:latin typeface="Courier New"/>
                <a:ea typeface="Courier New"/>
                <a:cs typeface="Courier New"/>
              </a:defRPr>
            </a:defPPr>
            <a:lvl1pPr>
              <a:defRPr sz="825" b="0">
                <a:solidFill>
                  <a:srgbClr val="0A0A0A"/>
                </a:solidFill>
                <a:latin typeface="Courier New"/>
                <a:ea typeface="Courier New"/>
                <a:cs typeface="Courier New"/>
              </a:defRPr>
            </a:lvl1pPr>
            <a:lvl2pPr>
              <a:defRPr sz="825" b="0">
                <a:solidFill>
                  <a:srgbClr val="0A0A0A"/>
                </a:solidFill>
                <a:latin typeface="Courier New"/>
                <a:ea typeface="Courier New"/>
                <a:cs typeface="Courier New"/>
              </a:defRPr>
            </a:lvl2pPr>
            <a:lvl3pPr>
              <a:defRPr sz="825" b="0">
                <a:solidFill>
                  <a:srgbClr val="0A0A0A"/>
                </a:solidFill>
                <a:latin typeface="Courier New"/>
                <a:ea typeface="Courier New"/>
                <a:cs typeface="Courier New"/>
              </a:defRPr>
            </a:lvl3pPr>
            <a:lvl4pPr>
              <a:defRPr sz="825" b="0">
                <a:solidFill>
                  <a:srgbClr val="0A0A0A"/>
                </a:solidFill>
                <a:latin typeface="Courier New"/>
                <a:ea typeface="Courier New"/>
                <a:cs typeface="Courier New"/>
              </a:defRPr>
            </a:lvl4pPr>
            <a:lvl5pPr>
              <a:defRPr sz="825" b="0">
                <a:solidFill>
                  <a:srgbClr val="0A0A0A"/>
                </a:solidFill>
                <a:latin typeface="Courier New"/>
                <a:ea typeface="Courier New"/>
                <a:cs typeface="Courier New"/>
              </a:defRPr>
            </a:lvl5pPr>
            <a:lvl6pPr>
              <a:defRPr sz="825" b="0">
                <a:solidFill>
                  <a:srgbClr val="0A0A0A"/>
                </a:solidFill>
                <a:latin typeface="Courier New"/>
                <a:ea typeface="Courier New"/>
                <a:cs typeface="Courier New"/>
              </a:defRPr>
            </a:lvl6pPr>
            <a:lvl7pPr>
              <a:defRPr sz="825" b="0">
                <a:solidFill>
                  <a:srgbClr val="0A0A0A"/>
                </a:solidFill>
                <a:latin typeface="Courier New"/>
                <a:ea typeface="Courier New"/>
                <a:cs typeface="Courier New"/>
              </a:defRPr>
            </a:lvl7pPr>
            <a:lvl8pPr>
              <a:defRPr sz="825" b="0">
                <a:solidFill>
                  <a:srgbClr val="0A0A0A"/>
                </a:solidFill>
                <a:latin typeface="Courier New"/>
                <a:ea typeface="Courier New"/>
                <a:cs typeface="Courier New"/>
              </a:defRPr>
            </a:lvl8pPr>
            <a:lvl9pPr>
              <a:defRPr sz="825" b="0">
                <a:solidFill>
                  <a:srgbClr val="0A0A0A"/>
                </a:solidFill>
                <a:latin typeface="Courier New"/>
                <a:ea typeface="Courier New"/>
                <a:cs typeface="Courier New"/>
              </a:defRPr>
            </a:lvl9pPr>
          </a:lstStyle>
          <a:p xmlns:a="http://schemas.openxmlformats.org/drawingml/2006/main">
            <a:pPr>
              <a:defRPr sz="825" b="0">
                <a:solidFill>
                  <a:srgbClr val="0A0A0A"/>
                </a:solidFill>
                <a:latin typeface="Courier New"/>
                <a:ea typeface="Courier New"/>
                <a:cs typeface="Courier New"/>
              </a:defRPr>
            </a:pPr>
            <a:r>
              <a:rPr sz="825" b="0">
                <a:solidFill>
                  <a:srgbClr val="0A0A0A"/>
                </a:solidFill>
                <a:latin typeface="Courier New"/>
                <a:ea typeface="Courier New"/>
                <a:cs typeface="Courier New"/>
              </a:rPr>
              <a:t>LESS / GRID / MONO</a:t>
            </a:r>
          </a:p>
        </p:txBody>
      </p:sp>
    </p:spTree>
    <p:extLst>
      <p:ext uri="{BB962C8B-B14F-4D97-AF65-F5344CB8AC3E}">
        <p14:creationId xmlns:p14="http://schemas.microsoft.com/office/powerpoint/2010/main" val="1198035385"/>
      </p:ext>
    </p:extLst>
  </p:cSld>
</p:sld>
</file>

<file path=ppt/slides/slide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30" name="text-1">
            <a:extLst xmlns:a="http://schemas.openxmlformats.org/drawingml/2006/main">
              <a:ext uri="{FF2B5EF4-FFF2-40B4-BE49-F238E27FC236}">
                <a16:creationId xmlns:a16="http://schemas.microsoft.com/office/drawing/2014/main" id="{6CAE48C8-6664-48EF-BB22-6F42578700B6}"/>
              </a:ext>
            </a:extLst>
          </p:cNvPr>
          <p:cNvSpPr>
            <a:spLocks xmlns:a="http://schemas.openxmlformats.org/drawingml/2006/main" noGrp="1"/>
          </p:cNvSpPr>
          <p:nvPr/>
        </p:nvSpPr>
        <p:spPr>
          <a:xfrm xmlns:a="http://schemas.openxmlformats.org/drawingml/2006/main">
            <a:off x="228600" y="114300"/>
            <a:ext cx="1667619"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0A0A0A"/>
                </a:solidFill>
                <a:latin typeface="Courier New"/>
                <a:ea typeface="Courier New"/>
                <a:cs typeface="Courier New"/>
              </a:defRPr>
            </a:defPPr>
            <a:lvl1pPr>
              <a:defRPr sz="975" b="0">
                <a:solidFill>
                  <a:srgbClr val="0A0A0A"/>
                </a:solidFill>
                <a:latin typeface="Courier New"/>
                <a:ea typeface="Courier New"/>
                <a:cs typeface="Courier New"/>
              </a:defRPr>
            </a:lvl1pPr>
            <a:lvl2pPr>
              <a:defRPr sz="975" b="0">
                <a:solidFill>
                  <a:srgbClr val="0A0A0A"/>
                </a:solidFill>
                <a:latin typeface="Courier New"/>
                <a:ea typeface="Courier New"/>
                <a:cs typeface="Courier New"/>
              </a:defRPr>
            </a:lvl2pPr>
            <a:lvl3pPr>
              <a:defRPr sz="975" b="0">
                <a:solidFill>
                  <a:srgbClr val="0A0A0A"/>
                </a:solidFill>
                <a:latin typeface="Courier New"/>
                <a:ea typeface="Courier New"/>
                <a:cs typeface="Courier New"/>
              </a:defRPr>
            </a:lvl3pPr>
            <a:lvl4pPr>
              <a:defRPr sz="975" b="0">
                <a:solidFill>
                  <a:srgbClr val="0A0A0A"/>
                </a:solidFill>
                <a:latin typeface="Courier New"/>
                <a:ea typeface="Courier New"/>
                <a:cs typeface="Courier New"/>
              </a:defRPr>
            </a:lvl4pPr>
            <a:lvl5pPr>
              <a:defRPr sz="975" b="0">
                <a:solidFill>
                  <a:srgbClr val="0A0A0A"/>
                </a:solidFill>
                <a:latin typeface="Courier New"/>
                <a:ea typeface="Courier New"/>
                <a:cs typeface="Courier New"/>
              </a:defRPr>
            </a:lvl5pPr>
            <a:lvl6pPr>
              <a:defRPr sz="975" b="0">
                <a:solidFill>
                  <a:srgbClr val="0A0A0A"/>
                </a:solidFill>
                <a:latin typeface="Courier New"/>
                <a:ea typeface="Courier New"/>
                <a:cs typeface="Courier New"/>
              </a:defRPr>
            </a:lvl6pPr>
            <a:lvl7pPr>
              <a:defRPr sz="975" b="0">
                <a:solidFill>
                  <a:srgbClr val="0A0A0A"/>
                </a:solidFill>
                <a:latin typeface="Courier New"/>
                <a:ea typeface="Courier New"/>
                <a:cs typeface="Courier New"/>
              </a:defRPr>
            </a:lvl7pPr>
            <a:lvl8pPr>
              <a:defRPr sz="975" b="0">
                <a:solidFill>
                  <a:srgbClr val="0A0A0A"/>
                </a:solidFill>
                <a:latin typeface="Courier New"/>
                <a:ea typeface="Courier New"/>
                <a:cs typeface="Courier New"/>
              </a:defRPr>
            </a:lvl8pPr>
            <a:lvl9pPr>
              <a:defRPr sz="975" b="0">
                <a:solidFill>
                  <a:srgbClr val="0A0A0A"/>
                </a:solidFill>
                <a:latin typeface="Courier New"/>
                <a:ea typeface="Courier New"/>
                <a:cs typeface="Courier New"/>
              </a:defRPr>
            </a:lvl9pPr>
          </a:lstStyle>
          <a:p xmlns:a="http://schemas.openxmlformats.org/drawingml/2006/main">
            <a:pPr>
              <a:defRPr sz="975" b="0">
                <a:solidFill>
                  <a:srgbClr val="0A0A0A"/>
                </a:solidFill>
                <a:latin typeface="Courier New"/>
                <a:ea typeface="Courier New"/>
                <a:cs typeface="Courier New"/>
              </a:defRPr>
            </a:pPr>
            <a:r>
              <a:rPr sz="975" b="0">
                <a:solidFill>
                  <a:srgbClr val="0A0A0A"/>
                </a:solidFill>
                <a:latin typeface="Courier New"/>
                <a:ea typeface="Courier New"/>
                <a:cs typeface="Courier New"/>
              </a:rPr>
              <a:t>05 / OBJECTIVES</a:t>
            </a:r>
          </a:p>
        </p:txBody>
      </p:sp>
      <p:sp>
        <p:nvSpPr>
          <p:cNvPr id="2" name="">
            <a:extLst xmlns:a="http://schemas.openxmlformats.org/drawingml/2006/main">
              <a:ext uri="{FF2B5EF4-FFF2-40B4-BE49-F238E27FC236}">
                <a16:creationId xmlns:a16="http://schemas.microsoft.com/office/drawing/2014/main" id="{29FDDD91-72A1-46A0-9464-6C49C5D9E708}"/>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86977970-AB66-47F3-878C-11B8CCC90885}"/>
              </a:ext>
            </a:extLst>
          </p:cNvPr>
          <p:cNvSpPr>
            <a:spLocks xmlns:a="http://schemas.openxmlformats.org/drawingml/2006/main" noGrp="1"/>
          </p:cNvSpPr>
          <p:nvPr/>
        </p:nvSpPr>
        <p:spPr>
          <a:xfrm xmlns:a="http://schemas.openxmlformats.org/drawingml/2006/main">
            <a:off x="571500" y="457200"/>
            <a:ext cx="16035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002FA7"/>
                </a:solidFill>
                <a:latin typeface="Arial"/>
                <a:ea typeface="Arial"/>
                <a:cs typeface="Arial"/>
              </a:defRPr>
            </a:defPPr>
            <a:lvl1pPr>
              <a:defRPr sz="1950" b="1">
                <a:solidFill>
                  <a:srgbClr val="002FA7"/>
                </a:solidFill>
                <a:latin typeface="Arial"/>
                <a:ea typeface="Arial"/>
                <a:cs typeface="Arial"/>
              </a:defRPr>
            </a:lvl1pPr>
            <a:lvl2pPr>
              <a:defRPr sz="1950" b="1">
                <a:solidFill>
                  <a:srgbClr val="002FA7"/>
                </a:solidFill>
                <a:latin typeface="Arial"/>
                <a:ea typeface="Arial"/>
                <a:cs typeface="Arial"/>
              </a:defRPr>
            </a:lvl2pPr>
            <a:lvl3pPr>
              <a:defRPr sz="1950" b="1">
                <a:solidFill>
                  <a:srgbClr val="002FA7"/>
                </a:solidFill>
                <a:latin typeface="Arial"/>
                <a:ea typeface="Arial"/>
                <a:cs typeface="Arial"/>
              </a:defRPr>
            </a:lvl3pPr>
            <a:lvl4pPr>
              <a:defRPr sz="1950" b="1">
                <a:solidFill>
                  <a:srgbClr val="002FA7"/>
                </a:solidFill>
                <a:latin typeface="Arial"/>
                <a:ea typeface="Arial"/>
                <a:cs typeface="Arial"/>
              </a:defRPr>
            </a:lvl4pPr>
            <a:lvl5pPr>
              <a:defRPr sz="1950" b="1">
                <a:solidFill>
                  <a:srgbClr val="002FA7"/>
                </a:solidFill>
                <a:latin typeface="Arial"/>
                <a:ea typeface="Arial"/>
                <a:cs typeface="Arial"/>
              </a:defRPr>
            </a:lvl5pPr>
            <a:lvl6pPr>
              <a:defRPr sz="1950" b="1">
                <a:solidFill>
                  <a:srgbClr val="002FA7"/>
                </a:solidFill>
                <a:latin typeface="Arial"/>
                <a:ea typeface="Arial"/>
                <a:cs typeface="Arial"/>
              </a:defRPr>
            </a:lvl6pPr>
            <a:lvl7pPr>
              <a:defRPr sz="1950" b="1">
                <a:solidFill>
                  <a:srgbClr val="002FA7"/>
                </a:solidFill>
                <a:latin typeface="Arial"/>
                <a:ea typeface="Arial"/>
                <a:cs typeface="Arial"/>
              </a:defRPr>
            </a:lvl7pPr>
            <a:lvl8pPr>
              <a:defRPr sz="1950" b="1">
                <a:solidFill>
                  <a:srgbClr val="002FA7"/>
                </a:solidFill>
                <a:latin typeface="Arial"/>
                <a:ea typeface="Arial"/>
                <a:cs typeface="Arial"/>
              </a:defRPr>
            </a:lvl8pPr>
            <a:lvl9pPr>
              <a:defRPr sz="1950" b="1">
                <a:solidFill>
                  <a:srgbClr val="002FA7"/>
                </a:solidFill>
                <a:latin typeface="Arial"/>
                <a:ea typeface="Arial"/>
                <a:cs typeface="Arial"/>
              </a:defRPr>
            </a:lvl9pPr>
          </a:lstStyle>
          <a:p xmlns:a="http://schemas.openxmlformats.org/drawingml/2006/main">
            <a:pPr>
              <a:defRPr sz="1950" b="1">
                <a:solidFill>
                  <a:srgbClr val="002FA7"/>
                </a:solidFill>
                <a:latin typeface="Arial"/>
                <a:ea typeface="Arial"/>
                <a:cs typeface="Arial"/>
              </a:defRPr>
            </a:pPr>
            <a:r>
              <a:rPr sz="1950" b="1">
                <a:solidFill>
                  <a:srgbClr val="002FA7"/>
                </a:solidFill>
                <a:latin typeface="Arial"/>
                <a:ea typeface="Arial"/>
                <a:cs typeface="Arial"/>
              </a:rPr>
              <a:t>Objectives</a:t>
            </a:r>
          </a:p>
        </p:txBody>
      </p:sp>
      <p:sp>
        <p:nvSpPr>
          <p:cNvPr id="4" name="">
            <a:extLst xmlns:a="http://schemas.openxmlformats.org/drawingml/2006/main">
              <a:ext uri="{FF2B5EF4-FFF2-40B4-BE49-F238E27FC236}">
                <a16:creationId xmlns:a16="http://schemas.microsoft.com/office/drawing/2014/main" id="{9E6BA085-A344-4E25-9876-E775837B0362}"/>
              </a:ext>
            </a:extLst>
          </p:cNvPr>
          <p:cNvSpPr>
            <a:spLocks xmlns:a="http://schemas.openxmlformats.org/drawingml/2006/main" noGrp="1"/>
          </p:cNvSpPr>
          <p:nvPr/>
        </p:nvSpPr>
        <p:spPr>
          <a:xfrm xmlns:a="http://schemas.openxmlformats.org/drawingml/2006/main">
            <a:off x="571500" y="942975"/>
            <a:ext cx="2647950" cy="2070497"/>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CDA4E7-7C92-42F9-9AA4-2DB239896536}"/>
              </a:ext>
            </a:extLst>
          </p:cNvPr>
          <p:cNvSpPr>
            <a:spLocks xmlns:a="http://schemas.openxmlformats.org/drawingml/2006/main" noGrp="1"/>
          </p:cNvSpPr>
          <p:nvPr/>
        </p:nvSpPr>
        <p:spPr>
          <a:xfrm xmlns:a="http://schemas.openxmlformats.org/drawingml/2006/main">
            <a:off x="762000" y="1133475"/>
            <a:ext cx="419100" cy="4191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6" name="text-6">
            <a:extLst xmlns:a="http://schemas.openxmlformats.org/drawingml/2006/main">
              <a:ext uri="{FF2B5EF4-FFF2-40B4-BE49-F238E27FC236}">
                <a16:creationId xmlns:a16="http://schemas.microsoft.com/office/drawing/2014/main" id="{9A0A6A94-7A2F-4E28-ADA8-437C8EAB8A92}"/>
              </a:ext>
            </a:extLst>
          </p:cNvPr>
          <p:cNvSpPr>
            <a:spLocks xmlns:a="http://schemas.openxmlformats.org/drawingml/2006/main" noGrp="1"/>
          </p:cNvSpPr>
          <p:nvPr/>
        </p:nvSpPr>
        <p:spPr>
          <a:xfrm xmlns:a="http://schemas.openxmlformats.org/drawingml/2006/main">
            <a:off x="1295400" y="1194495"/>
            <a:ext cx="1879693"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A0A0A"/>
                </a:solidFill>
                <a:latin typeface="Arial"/>
                <a:ea typeface="Arial"/>
                <a:cs typeface="Arial"/>
              </a:defRPr>
            </a:defPPr>
            <a:lvl1pPr>
              <a:defRPr sz="1200" b="1">
                <a:solidFill>
                  <a:srgbClr val="0A0A0A"/>
                </a:solidFill>
                <a:latin typeface="Arial"/>
                <a:ea typeface="Arial"/>
                <a:cs typeface="Arial"/>
              </a:defRPr>
            </a:lvl1pPr>
            <a:lvl2pPr>
              <a:defRPr sz="1200" b="1">
                <a:solidFill>
                  <a:srgbClr val="0A0A0A"/>
                </a:solidFill>
                <a:latin typeface="Arial"/>
                <a:ea typeface="Arial"/>
                <a:cs typeface="Arial"/>
              </a:defRPr>
            </a:lvl2pPr>
            <a:lvl3pPr>
              <a:defRPr sz="1200" b="1">
                <a:solidFill>
                  <a:srgbClr val="0A0A0A"/>
                </a:solidFill>
                <a:latin typeface="Arial"/>
                <a:ea typeface="Arial"/>
                <a:cs typeface="Arial"/>
              </a:defRPr>
            </a:lvl3pPr>
            <a:lvl4pPr>
              <a:defRPr sz="1200" b="1">
                <a:solidFill>
                  <a:srgbClr val="0A0A0A"/>
                </a:solidFill>
                <a:latin typeface="Arial"/>
                <a:ea typeface="Arial"/>
                <a:cs typeface="Arial"/>
              </a:defRPr>
            </a:lvl4pPr>
            <a:lvl5pPr>
              <a:defRPr sz="1200" b="1">
                <a:solidFill>
                  <a:srgbClr val="0A0A0A"/>
                </a:solidFill>
                <a:latin typeface="Arial"/>
                <a:ea typeface="Arial"/>
                <a:cs typeface="Arial"/>
              </a:defRPr>
            </a:lvl5pPr>
            <a:lvl6pPr>
              <a:defRPr sz="1200" b="1">
                <a:solidFill>
                  <a:srgbClr val="0A0A0A"/>
                </a:solidFill>
                <a:latin typeface="Arial"/>
                <a:ea typeface="Arial"/>
                <a:cs typeface="Arial"/>
              </a:defRPr>
            </a:lvl6pPr>
            <a:lvl7pPr>
              <a:defRPr sz="1200" b="1">
                <a:solidFill>
                  <a:srgbClr val="0A0A0A"/>
                </a:solidFill>
                <a:latin typeface="Arial"/>
                <a:ea typeface="Arial"/>
                <a:cs typeface="Arial"/>
              </a:defRPr>
            </a:lvl7pPr>
            <a:lvl8pPr>
              <a:defRPr sz="1200" b="1">
                <a:solidFill>
                  <a:srgbClr val="0A0A0A"/>
                </a:solidFill>
                <a:latin typeface="Arial"/>
                <a:ea typeface="Arial"/>
                <a:cs typeface="Arial"/>
              </a:defRPr>
            </a:lvl8pPr>
            <a:lvl9pPr>
              <a:defRPr sz="1200" b="1">
                <a:solidFill>
                  <a:srgbClr val="0A0A0A"/>
                </a:solidFill>
                <a:latin typeface="Arial"/>
                <a:ea typeface="Arial"/>
                <a:cs typeface="Arial"/>
              </a:defRPr>
            </a:lvl9pPr>
          </a:lstStyle>
          <a:p xmlns:a="http://schemas.openxmlformats.org/drawingml/2006/main">
            <a:pPr>
              <a:defRPr sz="1200" b="1">
                <a:solidFill>
                  <a:srgbClr val="0A0A0A"/>
                </a:solidFill>
                <a:latin typeface="Arial"/>
                <a:ea typeface="Arial"/>
                <a:cs typeface="Arial"/>
              </a:defRPr>
            </a:pPr>
            <a:r>
              <a:rPr sz="1200" b="1">
                <a:solidFill>
                  <a:srgbClr val="0A0A0A"/>
                </a:solidFill>
                <a:latin typeface="Arial"/>
                <a:ea typeface="Arial"/>
                <a:cs typeface="Arial"/>
              </a:rPr>
              <a:t>Data Preprocessing</a:t>
            </a:r>
          </a:p>
        </p:txBody>
      </p:sp>
      <p:sp>
        <p:nvSpPr>
          <p:cNvPr id="7" name="text-7">
            <a:extLst xmlns:a="http://schemas.openxmlformats.org/drawingml/2006/main">
              <a:ext uri="{FF2B5EF4-FFF2-40B4-BE49-F238E27FC236}">
                <a16:creationId xmlns:a16="http://schemas.microsoft.com/office/drawing/2014/main" id="{DE487909-86F8-4AE8-AD69-1194BF09FF5D}"/>
              </a:ext>
            </a:extLst>
          </p:cNvPr>
          <p:cNvSpPr>
            <a:spLocks xmlns:a="http://schemas.openxmlformats.org/drawingml/2006/main" noGrp="1"/>
          </p:cNvSpPr>
          <p:nvPr/>
        </p:nvSpPr>
        <p:spPr>
          <a:xfrm xmlns:a="http://schemas.openxmlformats.org/drawingml/2006/main">
            <a:off x="1295400" y="1386780"/>
            <a:ext cx="1053911"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888888"/>
                </a:solidFill>
                <a:latin typeface="Courier New"/>
                <a:ea typeface="Courier New"/>
                <a:cs typeface="Courier New"/>
              </a:defRPr>
            </a:defPPr>
            <a:lvl1pPr>
              <a:defRPr sz="825" b="0">
                <a:solidFill>
                  <a:srgbClr val="888888"/>
                </a:solidFill>
                <a:latin typeface="Courier New"/>
                <a:ea typeface="Courier New"/>
                <a:cs typeface="Courier New"/>
              </a:defRPr>
            </a:lvl1pPr>
            <a:lvl2pPr>
              <a:defRPr sz="825" b="0">
                <a:solidFill>
                  <a:srgbClr val="888888"/>
                </a:solidFill>
                <a:latin typeface="Courier New"/>
                <a:ea typeface="Courier New"/>
                <a:cs typeface="Courier New"/>
              </a:defRPr>
            </a:lvl2pPr>
            <a:lvl3pPr>
              <a:defRPr sz="825" b="0">
                <a:solidFill>
                  <a:srgbClr val="888888"/>
                </a:solidFill>
                <a:latin typeface="Courier New"/>
                <a:ea typeface="Courier New"/>
                <a:cs typeface="Courier New"/>
              </a:defRPr>
            </a:lvl3pPr>
            <a:lvl4pPr>
              <a:defRPr sz="825" b="0">
                <a:solidFill>
                  <a:srgbClr val="888888"/>
                </a:solidFill>
                <a:latin typeface="Courier New"/>
                <a:ea typeface="Courier New"/>
                <a:cs typeface="Courier New"/>
              </a:defRPr>
            </a:lvl4pPr>
            <a:lvl5pPr>
              <a:defRPr sz="825" b="0">
                <a:solidFill>
                  <a:srgbClr val="888888"/>
                </a:solidFill>
                <a:latin typeface="Courier New"/>
                <a:ea typeface="Courier New"/>
                <a:cs typeface="Courier New"/>
              </a:defRPr>
            </a:lvl5pPr>
            <a:lvl6pPr>
              <a:defRPr sz="825" b="0">
                <a:solidFill>
                  <a:srgbClr val="888888"/>
                </a:solidFill>
                <a:latin typeface="Courier New"/>
                <a:ea typeface="Courier New"/>
                <a:cs typeface="Courier New"/>
              </a:defRPr>
            </a:lvl6pPr>
            <a:lvl7pPr>
              <a:defRPr sz="825" b="0">
                <a:solidFill>
                  <a:srgbClr val="888888"/>
                </a:solidFill>
                <a:latin typeface="Courier New"/>
                <a:ea typeface="Courier New"/>
                <a:cs typeface="Courier New"/>
              </a:defRPr>
            </a:lvl7pPr>
            <a:lvl8pPr>
              <a:defRPr sz="825" b="0">
                <a:solidFill>
                  <a:srgbClr val="888888"/>
                </a:solidFill>
                <a:latin typeface="Courier New"/>
                <a:ea typeface="Courier New"/>
                <a:cs typeface="Courier New"/>
              </a:defRPr>
            </a:lvl8pPr>
            <a:lvl9pPr>
              <a:defRPr sz="825" b="0">
                <a:solidFill>
                  <a:srgbClr val="888888"/>
                </a:solidFill>
                <a:latin typeface="Courier New"/>
                <a:ea typeface="Courier New"/>
                <a:cs typeface="Courier New"/>
              </a:defRPr>
            </a:lvl9pPr>
          </a:lstStyle>
          <a:p xmlns:a="http://schemas.openxmlformats.org/drawingml/2006/main">
            <a:pPr>
              <a:defRPr sz="825" b="0">
                <a:solidFill>
                  <a:srgbClr val="888888"/>
                </a:solidFill>
                <a:latin typeface="Courier New"/>
                <a:ea typeface="Courier New"/>
                <a:cs typeface="Courier New"/>
              </a:defRPr>
            </a:pPr>
            <a:r>
              <a:rPr sz="825" b="0">
                <a:solidFill>
                  <a:srgbClr val="888888"/>
                </a:solidFill>
                <a:latin typeface="Courier New"/>
                <a:ea typeface="Courier New"/>
                <a:cs typeface="Courier New"/>
              </a:rPr>
              <a:t>OBJECTIVE 01</a:t>
            </a:r>
          </a:p>
        </p:txBody>
      </p:sp>
      <p:sp>
        <p:nvSpPr>
          <p:cNvPr id="8" name="text-8">
            <a:extLst xmlns:a="http://schemas.openxmlformats.org/drawingml/2006/main">
              <a:ext uri="{FF2B5EF4-FFF2-40B4-BE49-F238E27FC236}">
                <a16:creationId xmlns:a16="http://schemas.microsoft.com/office/drawing/2014/main" id="{26987630-59F0-403A-8B88-A2D95587268D}"/>
              </a:ext>
            </a:extLst>
          </p:cNvPr>
          <p:cNvSpPr>
            <a:spLocks xmlns:a="http://schemas.openxmlformats.org/drawingml/2006/main" noGrp="1"/>
          </p:cNvSpPr>
          <p:nvPr/>
        </p:nvSpPr>
        <p:spPr>
          <a:xfrm xmlns:a="http://schemas.openxmlformats.org/drawingml/2006/main">
            <a:off x="762000" y="1666875"/>
            <a:ext cx="2421285" cy="7477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55555"/>
                </a:solidFill>
                <a:latin typeface="Arial"/>
                <a:ea typeface="Arial"/>
                <a:cs typeface="Arial"/>
              </a:defRPr>
            </a:defPPr>
            <a:lvl1pPr>
              <a:defRPr sz="975" b="0">
                <a:solidFill>
                  <a:srgbClr val="555555"/>
                </a:solidFill>
                <a:latin typeface="Arial"/>
                <a:ea typeface="Arial"/>
                <a:cs typeface="Arial"/>
              </a:defRPr>
            </a:lvl1pPr>
            <a:lvl2pPr>
              <a:defRPr sz="975" b="0">
                <a:solidFill>
                  <a:srgbClr val="555555"/>
                </a:solidFill>
                <a:latin typeface="Arial"/>
                <a:ea typeface="Arial"/>
                <a:cs typeface="Arial"/>
              </a:defRPr>
            </a:lvl2pPr>
            <a:lvl3pPr>
              <a:defRPr sz="975" b="0">
                <a:solidFill>
                  <a:srgbClr val="555555"/>
                </a:solidFill>
                <a:latin typeface="Arial"/>
                <a:ea typeface="Arial"/>
                <a:cs typeface="Arial"/>
              </a:defRPr>
            </a:lvl3pPr>
            <a:lvl4pPr>
              <a:defRPr sz="975" b="0">
                <a:solidFill>
                  <a:srgbClr val="555555"/>
                </a:solidFill>
                <a:latin typeface="Arial"/>
                <a:ea typeface="Arial"/>
                <a:cs typeface="Arial"/>
              </a:defRPr>
            </a:lvl4pPr>
            <a:lvl5pPr>
              <a:defRPr sz="975" b="0">
                <a:solidFill>
                  <a:srgbClr val="555555"/>
                </a:solidFill>
                <a:latin typeface="Arial"/>
                <a:ea typeface="Arial"/>
                <a:cs typeface="Arial"/>
              </a:defRPr>
            </a:lvl5pPr>
            <a:lvl6pPr>
              <a:defRPr sz="975" b="0">
                <a:solidFill>
                  <a:srgbClr val="555555"/>
                </a:solidFill>
                <a:latin typeface="Arial"/>
                <a:ea typeface="Arial"/>
                <a:cs typeface="Arial"/>
              </a:defRPr>
            </a:lvl6pPr>
            <a:lvl7pPr>
              <a:defRPr sz="975" b="0">
                <a:solidFill>
                  <a:srgbClr val="555555"/>
                </a:solidFill>
                <a:latin typeface="Arial"/>
                <a:ea typeface="Arial"/>
                <a:cs typeface="Arial"/>
              </a:defRPr>
            </a:lvl7pPr>
            <a:lvl8pPr>
              <a:defRPr sz="975" b="0">
                <a:solidFill>
                  <a:srgbClr val="555555"/>
                </a:solidFill>
                <a:latin typeface="Arial"/>
                <a:ea typeface="Arial"/>
                <a:cs typeface="Arial"/>
              </a:defRPr>
            </a:lvl8pPr>
            <a:lvl9pPr>
              <a:defRPr sz="975" b="0">
                <a:solidFill>
                  <a:srgbClr val="555555"/>
                </a:solidFill>
                <a:latin typeface="Arial"/>
                <a:ea typeface="Arial"/>
                <a:cs typeface="Arial"/>
              </a:defRPr>
            </a:lvl9pPr>
          </a:lstStyle>
          <a:p xmlns:a="http://schemas.openxmlformats.org/drawingml/2006/main">
            <a:pPr>
              <a:defRPr sz="975" b="0">
                <a:solidFill>
                  <a:srgbClr val="555555"/>
                </a:solidFill>
                <a:latin typeface="Arial"/>
                <a:ea typeface="Arial"/>
                <a:cs typeface="Arial"/>
              </a:defRPr>
            </a:pPr>
            <a:r>
              <a:rPr sz="975" b="0">
                <a:solidFill>
                  <a:srgbClr val="555555"/>
                </a:solidFill>
                <a:latin typeface="Arial"/>
                <a:ea typeface="Arial"/>
                <a:cs typeface="Arial"/>
              </a:rPr>
              <a:t>Handle missing values, encode categorical features, scale numerical attributes, and split dataset into training and testing sets.</a:t>
            </a:r>
          </a:p>
        </p:txBody>
      </p:sp>
      <p:sp>
        <p:nvSpPr>
          <p:cNvPr id="9" name="text-9">
            <a:extLst xmlns:a="http://schemas.openxmlformats.org/drawingml/2006/main">
              <a:ext uri="{FF2B5EF4-FFF2-40B4-BE49-F238E27FC236}">
                <a16:creationId xmlns:a16="http://schemas.microsoft.com/office/drawing/2014/main" id="{1CBC249F-5F0F-4E37-97DB-A2223F9C442C}"/>
              </a:ext>
            </a:extLst>
          </p:cNvPr>
          <p:cNvSpPr>
            <a:spLocks xmlns:a="http://schemas.openxmlformats.org/drawingml/2006/main" noGrp="1"/>
          </p:cNvSpPr>
          <p:nvPr/>
        </p:nvSpPr>
        <p:spPr>
          <a:xfrm xmlns:a="http://schemas.openxmlformats.org/drawingml/2006/main">
            <a:off x="762000" y="2486025"/>
            <a:ext cx="2215902"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02FA7"/>
                </a:solidFill>
                <a:latin typeface="Courier New"/>
                <a:ea typeface="Courier New"/>
                <a:cs typeface="Courier New"/>
              </a:defRPr>
            </a:defPPr>
            <a:lvl1pPr>
              <a:defRPr sz="825" b="0">
                <a:solidFill>
                  <a:srgbClr val="002FA7"/>
                </a:solidFill>
                <a:latin typeface="Courier New"/>
                <a:ea typeface="Courier New"/>
                <a:cs typeface="Courier New"/>
              </a:defRPr>
            </a:lvl1pPr>
            <a:lvl2pPr>
              <a:defRPr sz="825" b="0">
                <a:solidFill>
                  <a:srgbClr val="002FA7"/>
                </a:solidFill>
                <a:latin typeface="Courier New"/>
                <a:ea typeface="Courier New"/>
                <a:cs typeface="Courier New"/>
              </a:defRPr>
            </a:lvl2pPr>
            <a:lvl3pPr>
              <a:defRPr sz="825" b="0">
                <a:solidFill>
                  <a:srgbClr val="002FA7"/>
                </a:solidFill>
                <a:latin typeface="Courier New"/>
                <a:ea typeface="Courier New"/>
                <a:cs typeface="Courier New"/>
              </a:defRPr>
            </a:lvl3pPr>
            <a:lvl4pPr>
              <a:defRPr sz="825" b="0">
                <a:solidFill>
                  <a:srgbClr val="002FA7"/>
                </a:solidFill>
                <a:latin typeface="Courier New"/>
                <a:ea typeface="Courier New"/>
                <a:cs typeface="Courier New"/>
              </a:defRPr>
            </a:lvl4pPr>
            <a:lvl5pPr>
              <a:defRPr sz="825" b="0">
                <a:solidFill>
                  <a:srgbClr val="002FA7"/>
                </a:solidFill>
                <a:latin typeface="Courier New"/>
                <a:ea typeface="Courier New"/>
                <a:cs typeface="Courier New"/>
              </a:defRPr>
            </a:lvl5pPr>
            <a:lvl6pPr>
              <a:defRPr sz="825" b="0">
                <a:solidFill>
                  <a:srgbClr val="002FA7"/>
                </a:solidFill>
                <a:latin typeface="Courier New"/>
                <a:ea typeface="Courier New"/>
                <a:cs typeface="Courier New"/>
              </a:defRPr>
            </a:lvl6pPr>
            <a:lvl7pPr>
              <a:defRPr sz="825" b="0">
                <a:solidFill>
                  <a:srgbClr val="002FA7"/>
                </a:solidFill>
                <a:latin typeface="Courier New"/>
                <a:ea typeface="Courier New"/>
                <a:cs typeface="Courier New"/>
              </a:defRPr>
            </a:lvl7pPr>
            <a:lvl8pPr>
              <a:defRPr sz="825" b="0">
                <a:solidFill>
                  <a:srgbClr val="002FA7"/>
                </a:solidFill>
                <a:latin typeface="Courier New"/>
                <a:ea typeface="Courier New"/>
                <a:cs typeface="Courier New"/>
              </a:defRPr>
            </a:lvl8pPr>
            <a:lvl9pPr>
              <a:defRPr sz="825" b="0">
                <a:solidFill>
                  <a:srgbClr val="002FA7"/>
                </a:solidFill>
                <a:latin typeface="Courier New"/>
                <a:ea typeface="Courier New"/>
                <a:cs typeface="Courier New"/>
              </a:defRPr>
            </a:lvl9pPr>
          </a:lstStyle>
          <a:p xmlns:a="http://schemas.openxmlformats.org/drawingml/2006/main">
            <a:pPr>
              <a:defRPr sz="825" b="0">
                <a:solidFill>
                  <a:srgbClr val="002FA7"/>
                </a:solidFill>
                <a:latin typeface="Courier New"/>
                <a:ea typeface="Courier New"/>
                <a:cs typeface="Courier New"/>
              </a:defRPr>
            </a:pPr>
            <a:r>
              <a:rPr sz="825" b="0">
                <a:solidFill>
                  <a:srgbClr val="002FA7"/>
                </a:solidFill>
                <a:latin typeface="Courier New"/>
                <a:ea typeface="Courier New"/>
                <a:cs typeface="Courier New"/>
              </a:rPr>
              <a:t>— Pandas, Scikit-learn, One-Hot Encoding, StandardScaler</a:t>
            </a:r>
          </a:p>
        </p:txBody>
      </p:sp>
      <p:sp>
        <p:nvSpPr>
          <p:cNvPr id="10" name="">
            <a:extLst xmlns:a="http://schemas.openxmlformats.org/drawingml/2006/main">
              <a:ext uri="{FF2B5EF4-FFF2-40B4-BE49-F238E27FC236}">
                <a16:creationId xmlns:a16="http://schemas.microsoft.com/office/drawing/2014/main" id="{DF2FCCCE-04C7-4262-8648-8AD5ECF9A8BB}"/>
              </a:ext>
            </a:extLst>
          </p:cNvPr>
          <p:cNvSpPr>
            <a:spLocks xmlns:a="http://schemas.openxmlformats.org/drawingml/2006/main" noGrp="1"/>
          </p:cNvSpPr>
          <p:nvPr/>
        </p:nvSpPr>
        <p:spPr>
          <a:xfrm xmlns:a="http://schemas.openxmlformats.org/drawingml/2006/main">
            <a:off x="3371850" y="942975"/>
            <a:ext cx="2647950" cy="2070497"/>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ED9205-4F87-418C-8A7E-2B81583B0DDC}"/>
              </a:ext>
            </a:extLst>
          </p:cNvPr>
          <p:cNvSpPr>
            <a:spLocks xmlns:a="http://schemas.openxmlformats.org/drawingml/2006/main" noGrp="1"/>
          </p:cNvSpPr>
          <p:nvPr/>
        </p:nvSpPr>
        <p:spPr>
          <a:xfrm xmlns:a="http://schemas.openxmlformats.org/drawingml/2006/main">
            <a:off x="3562350" y="1173361"/>
            <a:ext cx="419100" cy="4191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2" name="text-12">
            <a:extLst xmlns:a="http://schemas.openxmlformats.org/drawingml/2006/main">
              <a:ext uri="{FF2B5EF4-FFF2-40B4-BE49-F238E27FC236}">
                <a16:creationId xmlns:a16="http://schemas.microsoft.com/office/drawing/2014/main" id="{FA2DB036-FDE4-44B0-94C5-97283BC14928}"/>
              </a:ext>
            </a:extLst>
          </p:cNvPr>
          <p:cNvSpPr>
            <a:spLocks xmlns:a="http://schemas.openxmlformats.org/drawingml/2006/main" noGrp="1"/>
          </p:cNvSpPr>
          <p:nvPr/>
        </p:nvSpPr>
        <p:spPr>
          <a:xfrm xmlns:a="http://schemas.openxmlformats.org/drawingml/2006/main">
            <a:off x="4095750" y="1143000"/>
            <a:ext cx="1486346" cy="3923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A0A0A"/>
                </a:solidFill>
                <a:latin typeface="Arial"/>
                <a:ea typeface="Arial"/>
                <a:cs typeface="Arial"/>
              </a:defRPr>
            </a:defPPr>
            <a:lvl1pPr>
              <a:defRPr sz="1200" b="1">
                <a:solidFill>
                  <a:srgbClr val="0A0A0A"/>
                </a:solidFill>
                <a:latin typeface="Arial"/>
                <a:ea typeface="Arial"/>
                <a:cs typeface="Arial"/>
              </a:defRPr>
            </a:lvl1pPr>
            <a:lvl2pPr>
              <a:defRPr sz="1200" b="1">
                <a:solidFill>
                  <a:srgbClr val="0A0A0A"/>
                </a:solidFill>
                <a:latin typeface="Arial"/>
                <a:ea typeface="Arial"/>
                <a:cs typeface="Arial"/>
              </a:defRPr>
            </a:lvl2pPr>
            <a:lvl3pPr>
              <a:defRPr sz="1200" b="1">
                <a:solidFill>
                  <a:srgbClr val="0A0A0A"/>
                </a:solidFill>
                <a:latin typeface="Arial"/>
                <a:ea typeface="Arial"/>
                <a:cs typeface="Arial"/>
              </a:defRPr>
            </a:lvl3pPr>
            <a:lvl4pPr>
              <a:defRPr sz="1200" b="1">
                <a:solidFill>
                  <a:srgbClr val="0A0A0A"/>
                </a:solidFill>
                <a:latin typeface="Arial"/>
                <a:ea typeface="Arial"/>
                <a:cs typeface="Arial"/>
              </a:defRPr>
            </a:lvl4pPr>
            <a:lvl5pPr>
              <a:defRPr sz="1200" b="1">
                <a:solidFill>
                  <a:srgbClr val="0A0A0A"/>
                </a:solidFill>
                <a:latin typeface="Arial"/>
                <a:ea typeface="Arial"/>
                <a:cs typeface="Arial"/>
              </a:defRPr>
            </a:lvl5pPr>
            <a:lvl6pPr>
              <a:defRPr sz="1200" b="1">
                <a:solidFill>
                  <a:srgbClr val="0A0A0A"/>
                </a:solidFill>
                <a:latin typeface="Arial"/>
                <a:ea typeface="Arial"/>
                <a:cs typeface="Arial"/>
              </a:defRPr>
            </a:lvl6pPr>
            <a:lvl7pPr>
              <a:defRPr sz="1200" b="1">
                <a:solidFill>
                  <a:srgbClr val="0A0A0A"/>
                </a:solidFill>
                <a:latin typeface="Arial"/>
                <a:ea typeface="Arial"/>
                <a:cs typeface="Arial"/>
              </a:defRPr>
            </a:lvl7pPr>
            <a:lvl8pPr>
              <a:defRPr sz="1200" b="1">
                <a:solidFill>
                  <a:srgbClr val="0A0A0A"/>
                </a:solidFill>
                <a:latin typeface="Arial"/>
                <a:ea typeface="Arial"/>
                <a:cs typeface="Arial"/>
              </a:defRPr>
            </a:lvl8pPr>
            <a:lvl9pPr>
              <a:defRPr sz="1200" b="1">
                <a:solidFill>
                  <a:srgbClr val="0A0A0A"/>
                </a:solidFill>
                <a:latin typeface="Arial"/>
                <a:ea typeface="Arial"/>
                <a:cs typeface="Arial"/>
              </a:defRPr>
            </a:lvl9pPr>
          </a:lstStyle>
          <a:p xmlns:a="http://schemas.openxmlformats.org/drawingml/2006/main">
            <a:pPr>
              <a:defRPr sz="1200" b="1">
                <a:solidFill>
                  <a:srgbClr val="0A0A0A"/>
                </a:solidFill>
                <a:latin typeface="Arial"/>
                <a:ea typeface="Arial"/>
                <a:cs typeface="Arial"/>
              </a:defRPr>
            </a:pPr>
            <a:r>
              <a:rPr sz="1200" b="1">
                <a:solidFill>
                  <a:srgbClr val="0A0A0A"/>
                </a:solidFill>
                <a:latin typeface="Arial"/>
                <a:ea typeface="Arial"/>
                <a:cs typeface="Arial"/>
              </a:rPr>
              <a:t>Exploratory Data Analysis</a:t>
            </a:r>
          </a:p>
        </p:txBody>
      </p:sp>
      <p:sp>
        <p:nvSpPr>
          <p:cNvPr id="13" name="text-13">
            <a:extLst xmlns:a="http://schemas.openxmlformats.org/drawingml/2006/main">
              <a:ext uri="{FF2B5EF4-FFF2-40B4-BE49-F238E27FC236}">
                <a16:creationId xmlns:a16="http://schemas.microsoft.com/office/drawing/2014/main" id="{613A6A56-481D-49CA-9041-6CFED3C10AFA}"/>
              </a:ext>
            </a:extLst>
          </p:cNvPr>
          <p:cNvSpPr>
            <a:spLocks xmlns:a="http://schemas.openxmlformats.org/drawingml/2006/main" noGrp="1"/>
          </p:cNvSpPr>
          <p:nvPr/>
        </p:nvSpPr>
        <p:spPr>
          <a:xfrm xmlns:a="http://schemas.openxmlformats.org/drawingml/2006/main">
            <a:off x="4095750" y="1518047"/>
            <a:ext cx="1053911"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888888"/>
                </a:solidFill>
                <a:latin typeface="Courier New"/>
                <a:ea typeface="Courier New"/>
                <a:cs typeface="Courier New"/>
              </a:defRPr>
            </a:defPPr>
            <a:lvl1pPr>
              <a:defRPr sz="825" b="0">
                <a:solidFill>
                  <a:srgbClr val="888888"/>
                </a:solidFill>
                <a:latin typeface="Courier New"/>
                <a:ea typeface="Courier New"/>
                <a:cs typeface="Courier New"/>
              </a:defRPr>
            </a:lvl1pPr>
            <a:lvl2pPr>
              <a:defRPr sz="825" b="0">
                <a:solidFill>
                  <a:srgbClr val="888888"/>
                </a:solidFill>
                <a:latin typeface="Courier New"/>
                <a:ea typeface="Courier New"/>
                <a:cs typeface="Courier New"/>
              </a:defRPr>
            </a:lvl2pPr>
            <a:lvl3pPr>
              <a:defRPr sz="825" b="0">
                <a:solidFill>
                  <a:srgbClr val="888888"/>
                </a:solidFill>
                <a:latin typeface="Courier New"/>
                <a:ea typeface="Courier New"/>
                <a:cs typeface="Courier New"/>
              </a:defRPr>
            </a:lvl3pPr>
            <a:lvl4pPr>
              <a:defRPr sz="825" b="0">
                <a:solidFill>
                  <a:srgbClr val="888888"/>
                </a:solidFill>
                <a:latin typeface="Courier New"/>
                <a:ea typeface="Courier New"/>
                <a:cs typeface="Courier New"/>
              </a:defRPr>
            </a:lvl4pPr>
            <a:lvl5pPr>
              <a:defRPr sz="825" b="0">
                <a:solidFill>
                  <a:srgbClr val="888888"/>
                </a:solidFill>
                <a:latin typeface="Courier New"/>
                <a:ea typeface="Courier New"/>
                <a:cs typeface="Courier New"/>
              </a:defRPr>
            </a:lvl5pPr>
            <a:lvl6pPr>
              <a:defRPr sz="825" b="0">
                <a:solidFill>
                  <a:srgbClr val="888888"/>
                </a:solidFill>
                <a:latin typeface="Courier New"/>
                <a:ea typeface="Courier New"/>
                <a:cs typeface="Courier New"/>
              </a:defRPr>
            </a:lvl6pPr>
            <a:lvl7pPr>
              <a:defRPr sz="825" b="0">
                <a:solidFill>
                  <a:srgbClr val="888888"/>
                </a:solidFill>
                <a:latin typeface="Courier New"/>
                <a:ea typeface="Courier New"/>
                <a:cs typeface="Courier New"/>
              </a:defRPr>
            </a:lvl7pPr>
            <a:lvl8pPr>
              <a:defRPr sz="825" b="0">
                <a:solidFill>
                  <a:srgbClr val="888888"/>
                </a:solidFill>
                <a:latin typeface="Courier New"/>
                <a:ea typeface="Courier New"/>
                <a:cs typeface="Courier New"/>
              </a:defRPr>
            </a:lvl8pPr>
            <a:lvl9pPr>
              <a:defRPr sz="825" b="0">
                <a:solidFill>
                  <a:srgbClr val="888888"/>
                </a:solidFill>
                <a:latin typeface="Courier New"/>
                <a:ea typeface="Courier New"/>
                <a:cs typeface="Courier New"/>
              </a:defRPr>
            </a:lvl9pPr>
          </a:lstStyle>
          <a:p xmlns:a="http://schemas.openxmlformats.org/drawingml/2006/main">
            <a:pPr>
              <a:defRPr sz="825" b="0">
                <a:solidFill>
                  <a:srgbClr val="888888"/>
                </a:solidFill>
                <a:latin typeface="Courier New"/>
                <a:ea typeface="Courier New"/>
                <a:cs typeface="Courier New"/>
              </a:defRPr>
            </a:pPr>
            <a:r>
              <a:rPr sz="825" b="0">
                <a:solidFill>
                  <a:srgbClr val="888888"/>
                </a:solidFill>
                <a:latin typeface="Courier New"/>
                <a:ea typeface="Courier New"/>
                <a:cs typeface="Courier New"/>
              </a:rPr>
              <a:t>OBJECTIVE 02</a:t>
            </a:r>
          </a:p>
        </p:txBody>
      </p:sp>
      <p:sp>
        <p:nvSpPr>
          <p:cNvPr id="14" name="text-14">
            <a:extLst xmlns:a="http://schemas.openxmlformats.org/drawingml/2006/main">
              <a:ext uri="{FF2B5EF4-FFF2-40B4-BE49-F238E27FC236}">
                <a16:creationId xmlns:a16="http://schemas.microsoft.com/office/drawing/2014/main" id="{62E055AC-9EB7-4580-97C4-0B2E8B322663}"/>
              </a:ext>
            </a:extLst>
          </p:cNvPr>
          <p:cNvSpPr>
            <a:spLocks xmlns:a="http://schemas.openxmlformats.org/drawingml/2006/main" noGrp="1"/>
          </p:cNvSpPr>
          <p:nvPr/>
        </p:nvSpPr>
        <p:spPr>
          <a:xfrm xmlns:a="http://schemas.openxmlformats.org/drawingml/2006/main">
            <a:off x="3562350" y="1746647"/>
            <a:ext cx="2310854" cy="7477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55555"/>
                </a:solidFill>
                <a:latin typeface="Arial"/>
                <a:ea typeface="Arial"/>
                <a:cs typeface="Arial"/>
              </a:defRPr>
            </a:defPPr>
            <a:lvl1pPr>
              <a:defRPr sz="975" b="0">
                <a:solidFill>
                  <a:srgbClr val="555555"/>
                </a:solidFill>
                <a:latin typeface="Arial"/>
                <a:ea typeface="Arial"/>
                <a:cs typeface="Arial"/>
              </a:defRPr>
            </a:lvl1pPr>
            <a:lvl2pPr>
              <a:defRPr sz="975" b="0">
                <a:solidFill>
                  <a:srgbClr val="555555"/>
                </a:solidFill>
                <a:latin typeface="Arial"/>
                <a:ea typeface="Arial"/>
                <a:cs typeface="Arial"/>
              </a:defRPr>
            </a:lvl2pPr>
            <a:lvl3pPr>
              <a:defRPr sz="975" b="0">
                <a:solidFill>
                  <a:srgbClr val="555555"/>
                </a:solidFill>
                <a:latin typeface="Arial"/>
                <a:ea typeface="Arial"/>
                <a:cs typeface="Arial"/>
              </a:defRPr>
            </a:lvl3pPr>
            <a:lvl4pPr>
              <a:defRPr sz="975" b="0">
                <a:solidFill>
                  <a:srgbClr val="555555"/>
                </a:solidFill>
                <a:latin typeface="Arial"/>
                <a:ea typeface="Arial"/>
                <a:cs typeface="Arial"/>
              </a:defRPr>
            </a:lvl4pPr>
            <a:lvl5pPr>
              <a:defRPr sz="975" b="0">
                <a:solidFill>
                  <a:srgbClr val="555555"/>
                </a:solidFill>
                <a:latin typeface="Arial"/>
                <a:ea typeface="Arial"/>
                <a:cs typeface="Arial"/>
              </a:defRPr>
            </a:lvl5pPr>
            <a:lvl6pPr>
              <a:defRPr sz="975" b="0">
                <a:solidFill>
                  <a:srgbClr val="555555"/>
                </a:solidFill>
                <a:latin typeface="Arial"/>
                <a:ea typeface="Arial"/>
                <a:cs typeface="Arial"/>
              </a:defRPr>
            </a:lvl6pPr>
            <a:lvl7pPr>
              <a:defRPr sz="975" b="0">
                <a:solidFill>
                  <a:srgbClr val="555555"/>
                </a:solidFill>
                <a:latin typeface="Arial"/>
                <a:ea typeface="Arial"/>
                <a:cs typeface="Arial"/>
              </a:defRPr>
            </a:lvl7pPr>
            <a:lvl8pPr>
              <a:defRPr sz="975" b="0">
                <a:solidFill>
                  <a:srgbClr val="555555"/>
                </a:solidFill>
                <a:latin typeface="Arial"/>
                <a:ea typeface="Arial"/>
                <a:cs typeface="Arial"/>
              </a:defRPr>
            </a:lvl8pPr>
            <a:lvl9pPr>
              <a:defRPr sz="975" b="0">
                <a:solidFill>
                  <a:srgbClr val="555555"/>
                </a:solidFill>
                <a:latin typeface="Arial"/>
                <a:ea typeface="Arial"/>
                <a:cs typeface="Arial"/>
              </a:defRPr>
            </a:lvl9pPr>
          </a:lstStyle>
          <a:p xmlns:a="http://schemas.openxmlformats.org/drawingml/2006/main">
            <a:pPr>
              <a:defRPr sz="975" b="0">
                <a:solidFill>
                  <a:srgbClr val="555555"/>
                </a:solidFill>
                <a:latin typeface="Arial"/>
                <a:ea typeface="Arial"/>
                <a:cs typeface="Arial"/>
              </a:defRPr>
            </a:pPr>
            <a:r>
              <a:rPr sz="975" b="0">
                <a:solidFill>
                  <a:srgbClr val="555555"/>
                </a:solidFill>
                <a:latin typeface="Arial"/>
                <a:ea typeface="Arial"/>
                <a:cs typeface="Arial"/>
              </a:rPr>
              <a:t>Analyze feature distributions, identify churn patterns, visualize correlations, and uncover key drivers of customer attrition.</a:t>
            </a:r>
          </a:p>
        </p:txBody>
      </p:sp>
      <p:sp>
        <p:nvSpPr>
          <p:cNvPr id="15" name="text-15">
            <a:extLst xmlns:a="http://schemas.openxmlformats.org/drawingml/2006/main">
              <a:ext uri="{FF2B5EF4-FFF2-40B4-BE49-F238E27FC236}">
                <a16:creationId xmlns:a16="http://schemas.microsoft.com/office/drawing/2014/main" id="{27FDE746-66FF-4186-B4CF-0DD41EECEBAF}"/>
              </a:ext>
            </a:extLst>
          </p:cNvPr>
          <p:cNvSpPr>
            <a:spLocks xmlns:a="http://schemas.openxmlformats.org/drawingml/2006/main" noGrp="1"/>
          </p:cNvSpPr>
          <p:nvPr/>
        </p:nvSpPr>
        <p:spPr>
          <a:xfrm xmlns:a="http://schemas.openxmlformats.org/drawingml/2006/main">
            <a:off x="3562350" y="2565797"/>
            <a:ext cx="2404467"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02FA7"/>
                </a:solidFill>
                <a:latin typeface="Courier New"/>
                <a:ea typeface="Courier New"/>
                <a:cs typeface="Courier New"/>
              </a:defRPr>
            </a:defPPr>
            <a:lvl1pPr>
              <a:defRPr sz="825" b="0">
                <a:solidFill>
                  <a:srgbClr val="002FA7"/>
                </a:solidFill>
                <a:latin typeface="Courier New"/>
                <a:ea typeface="Courier New"/>
                <a:cs typeface="Courier New"/>
              </a:defRPr>
            </a:lvl1pPr>
            <a:lvl2pPr>
              <a:defRPr sz="825" b="0">
                <a:solidFill>
                  <a:srgbClr val="002FA7"/>
                </a:solidFill>
                <a:latin typeface="Courier New"/>
                <a:ea typeface="Courier New"/>
                <a:cs typeface="Courier New"/>
              </a:defRPr>
            </a:lvl2pPr>
            <a:lvl3pPr>
              <a:defRPr sz="825" b="0">
                <a:solidFill>
                  <a:srgbClr val="002FA7"/>
                </a:solidFill>
                <a:latin typeface="Courier New"/>
                <a:ea typeface="Courier New"/>
                <a:cs typeface="Courier New"/>
              </a:defRPr>
            </a:lvl3pPr>
            <a:lvl4pPr>
              <a:defRPr sz="825" b="0">
                <a:solidFill>
                  <a:srgbClr val="002FA7"/>
                </a:solidFill>
                <a:latin typeface="Courier New"/>
                <a:ea typeface="Courier New"/>
                <a:cs typeface="Courier New"/>
              </a:defRPr>
            </a:lvl4pPr>
            <a:lvl5pPr>
              <a:defRPr sz="825" b="0">
                <a:solidFill>
                  <a:srgbClr val="002FA7"/>
                </a:solidFill>
                <a:latin typeface="Courier New"/>
                <a:ea typeface="Courier New"/>
                <a:cs typeface="Courier New"/>
              </a:defRPr>
            </a:lvl5pPr>
            <a:lvl6pPr>
              <a:defRPr sz="825" b="0">
                <a:solidFill>
                  <a:srgbClr val="002FA7"/>
                </a:solidFill>
                <a:latin typeface="Courier New"/>
                <a:ea typeface="Courier New"/>
                <a:cs typeface="Courier New"/>
              </a:defRPr>
            </a:lvl6pPr>
            <a:lvl7pPr>
              <a:defRPr sz="825" b="0">
                <a:solidFill>
                  <a:srgbClr val="002FA7"/>
                </a:solidFill>
                <a:latin typeface="Courier New"/>
                <a:ea typeface="Courier New"/>
                <a:cs typeface="Courier New"/>
              </a:defRPr>
            </a:lvl7pPr>
            <a:lvl8pPr>
              <a:defRPr sz="825" b="0">
                <a:solidFill>
                  <a:srgbClr val="002FA7"/>
                </a:solidFill>
                <a:latin typeface="Courier New"/>
                <a:ea typeface="Courier New"/>
                <a:cs typeface="Courier New"/>
              </a:defRPr>
            </a:lvl8pPr>
            <a:lvl9pPr>
              <a:defRPr sz="825" b="0">
                <a:solidFill>
                  <a:srgbClr val="002FA7"/>
                </a:solidFill>
                <a:latin typeface="Courier New"/>
                <a:ea typeface="Courier New"/>
                <a:cs typeface="Courier New"/>
              </a:defRPr>
            </a:lvl9pPr>
          </a:lstStyle>
          <a:p xmlns:a="http://schemas.openxmlformats.org/drawingml/2006/main">
            <a:pPr>
              <a:defRPr sz="825" b="0">
                <a:solidFill>
                  <a:srgbClr val="002FA7"/>
                </a:solidFill>
                <a:latin typeface="Courier New"/>
                <a:ea typeface="Courier New"/>
                <a:cs typeface="Courier New"/>
              </a:defRPr>
            </a:pPr>
            <a:r>
              <a:rPr sz="825" b="0">
                <a:solidFill>
                  <a:srgbClr val="002FA7"/>
                </a:solidFill>
                <a:latin typeface="Courier New"/>
                <a:ea typeface="Courier New"/>
                <a:cs typeface="Courier New"/>
              </a:rPr>
              <a:t>— Matplotlib, Seaborn, Correlation Matrix, Distribution Plots</a:t>
            </a:r>
          </a:p>
        </p:txBody>
      </p:sp>
      <p:sp>
        <p:nvSpPr>
          <p:cNvPr id="16" name="">
            <a:extLst xmlns:a="http://schemas.openxmlformats.org/drawingml/2006/main">
              <a:ext uri="{FF2B5EF4-FFF2-40B4-BE49-F238E27FC236}">
                <a16:creationId xmlns:a16="http://schemas.microsoft.com/office/drawing/2014/main" id="{88443493-FB80-4D92-8004-54631BC9BC55}"/>
              </a:ext>
            </a:extLst>
          </p:cNvPr>
          <p:cNvSpPr>
            <a:spLocks xmlns:a="http://schemas.openxmlformats.org/drawingml/2006/main" noGrp="1"/>
          </p:cNvSpPr>
          <p:nvPr/>
        </p:nvSpPr>
        <p:spPr>
          <a:xfrm xmlns:a="http://schemas.openxmlformats.org/drawingml/2006/main">
            <a:off x="6172200" y="942975"/>
            <a:ext cx="2647950" cy="2070497"/>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39C97D9-68E3-4070-BFFD-9E64074BBA35}"/>
              </a:ext>
            </a:extLst>
          </p:cNvPr>
          <p:cNvSpPr>
            <a:spLocks xmlns:a="http://schemas.openxmlformats.org/drawingml/2006/main" noGrp="1"/>
          </p:cNvSpPr>
          <p:nvPr/>
        </p:nvSpPr>
        <p:spPr>
          <a:xfrm xmlns:a="http://schemas.openxmlformats.org/drawingml/2006/main">
            <a:off x="6362700" y="1133475"/>
            <a:ext cx="419100" cy="4191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8" name="text-18">
            <a:extLst xmlns:a="http://schemas.openxmlformats.org/drawingml/2006/main">
              <a:ext uri="{FF2B5EF4-FFF2-40B4-BE49-F238E27FC236}">
                <a16:creationId xmlns:a16="http://schemas.microsoft.com/office/drawing/2014/main" id="{8BE6B3B9-2C4F-441A-A840-81DD022AB5B8}"/>
              </a:ext>
            </a:extLst>
          </p:cNvPr>
          <p:cNvSpPr>
            <a:spLocks xmlns:a="http://schemas.openxmlformats.org/drawingml/2006/main" noGrp="1"/>
          </p:cNvSpPr>
          <p:nvPr/>
        </p:nvSpPr>
        <p:spPr>
          <a:xfrm xmlns:a="http://schemas.openxmlformats.org/drawingml/2006/main">
            <a:off x="6896100" y="1194495"/>
            <a:ext cx="194814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A0A0A"/>
                </a:solidFill>
                <a:latin typeface="Arial"/>
                <a:ea typeface="Arial"/>
                <a:cs typeface="Arial"/>
              </a:defRPr>
            </a:defPPr>
            <a:lvl1pPr>
              <a:defRPr sz="1200" b="1">
                <a:solidFill>
                  <a:srgbClr val="0A0A0A"/>
                </a:solidFill>
                <a:latin typeface="Arial"/>
                <a:ea typeface="Arial"/>
                <a:cs typeface="Arial"/>
              </a:defRPr>
            </a:lvl1pPr>
            <a:lvl2pPr>
              <a:defRPr sz="1200" b="1">
                <a:solidFill>
                  <a:srgbClr val="0A0A0A"/>
                </a:solidFill>
                <a:latin typeface="Arial"/>
                <a:ea typeface="Arial"/>
                <a:cs typeface="Arial"/>
              </a:defRPr>
            </a:lvl2pPr>
            <a:lvl3pPr>
              <a:defRPr sz="1200" b="1">
                <a:solidFill>
                  <a:srgbClr val="0A0A0A"/>
                </a:solidFill>
                <a:latin typeface="Arial"/>
                <a:ea typeface="Arial"/>
                <a:cs typeface="Arial"/>
              </a:defRPr>
            </a:lvl3pPr>
            <a:lvl4pPr>
              <a:defRPr sz="1200" b="1">
                <a:solidFill>
                  <a:srgbClr val="0A0A0A"/>
                </a:solidFill>
                <a:latin typeface="Arial"/>
                <a:ea typeface="Arial"/>
                <a:cs typeface="Arial"/>
              </a:defRPr>
            </a:lvl4pPr>
            <a:lvl5pPr>
              <a:defRPr sz="1200" b="1">
                <a:solidFill>
                  <a:srgbClr val="0A0A0A"/>
                </a:solidFill>
                <a:latin typeface="Arial"/>
                <a:ea typeface="Arial"/>
                <a:cs typeface="Arial"/>
              </a:defRPr>
            </a:lvl5pPr>
            <a:lvl6pPr>
              <a:defRPr sz="1200" b="1">
                <a:solidFill>
                  <a:srgbClr val="0A0A0A"/>
                </a:solidFill>
                <a:latin typeface="Arial"/>
                <a:ea typeface="Arial"/>
                <a:cs typeface="Arial"/>
              </a:defRPr>
            </a:lvl6pPr>
            <a:lvl7pPr>
              <a:defRPr sz="1200" b="1">
                <a:solidFill>
                  <a:srgbClr val="0A0A0A"/>
                </a:solidFill>
                <a:latin typeface="Arial"/>
                <a:ea typeface="Arial"/>
                <a:cs typeface="Arial"/>
              </a:defRPr>
            </a:lvl7pPr>
            <a:lvl8pPr>
              <a:defRPr sz="1200" b="1">
                <a:solidFill>
                  <a:srgbClr val="0A0A0A"/>
                </a:solidFill>
                <a:latin typeface="Arial"/>
                <a:ea typeface="Arial"/>
                <a:cs typeface="Arial"/>
              </a:defRPr>
            </a:lvl8pPr>
            <a:lvl9pPr>
              <a:defRPr sz="1200" b="1">
                <a:solidFill>
                  <a:srgbClr val="0A0A0A"/>
                </a:solidFill>
                <a:latin typeface="Arial"/>
                <a:ea typeface="Arial"/>
                <a:cs typeface="Arial"/>
              </a:defRPr>
            </a:lvl9pPr>
          </a:lstStyle>
          <a:p xmlns:a="http://schemas.openxmlformats.org/drawingml/2006/main">
            <a:pPr>
              <a:defRPr sz="1200" b="1">
                <a:solidFill>
                  <a:srgbClr val="0A0A0A"/>
                </a:solidFill>
                <a:latin typeface="Arial"/>
                <a:ea typeface="Arial"/>
                <a:cs typeface="Arial"/>
              </a:defRPr>
            </a:pPr>
            <a:r>
              <a:rPr sz="1200" b="1">
                <a:solidFill>
                  <a:srgbClr val="0A0A0A"/>
                </a:solidFill>
                <a:latin typeface="Arial"/>
                <a:ea typeface="Arial"/>
                <a:cs typeface="Arial"/>
              </a:rPr>
              <a:t>Compare ML Models</a:t>
            </a:r>
          </a:p>
        </p:txBody>
      </p:sp>
      <p:sp>
        <p:nvSpPr>
          <p:cNvPr id="19" name="text-19">
            <a:extLst xmlns:a="http://schemas.openxmlformats.org/drawingml/2006/main">
              <a:ext uri="{FF2B5EF4-FFF2-40B4-BE49-F238E27FC236}">
                <a16:creationId xmlns:a16="http://schemas.microsoft.com/office/drawing/2014/main" id="{6D904528-FF76-4CF8-B9D5-83196BC579EE}"/>
              </a:ext>
            </a:extLst>
          </p:cNvPr>
          <p:cNvSpPr>
            <a:spLocks xmlns:a="http://schemas.openxmlformats.org/drawingml/2006/main" noGrp="1"/>
          </p:cNvSpPr>
          <p:nvPr/>
        </p:nvSpPr>
        <p:spPr>
          <a:xfrm xmlns:a="http://schemas.openxmlformats.org/drawingml/2006/main">
            <a:off x="6896100" y="1386780"/>
            <a:ext cx="1053911"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888888"/>
                </a:solidFill>
                <a:latin typeface="Courier New"/>
                <a:ea typeface="Courier New"/>
                <a:cs typeface="Courier New"/>
              </a:defRPr>
            </a:defPPr>
            <a:lvl1pPr>
              <a:defRPr sz="825" b="0">
                <a:solidFill>
                  <a:srgbClr val="888888"/>
                </a:solidFill>
                <a:latin typeface="Courier New"/>
                <a:ea typeface="Courier New"/>
                <a:cs typeface="Courier New"/>
              </a:defRPr>
            </a:lvl1pPr>
            <a:lvl2pPr>
              <a:defRPr sz="825" b="0">
                <a:solidFill>
                  <a:srgbClr val="888888"/>
                </a:solidFill>
                <a:latin typeface="Courier New"/>
                <a:ea typeface="Courier New"/>
                <a:cs typeface="Courier New"/>
              </a:defRPr>
            </a:lvl2pPr>
            <a:lvl3pPr>
              <a:defRPr sz="825" b="0">
                <a:solidFill>
                  <a:srgbClr val="888888"/>
                </a:solidFill>
                <a:latin typeface="Courier New"/>
                <a:ea typeface="Courier New"/>
                <a:cs typeface="Courier New"/>
              </a:defRPr>
            </a:lvl3pPr>
            <a:lvl4pPr>
              <a:defRPr sz="825" b="0">
                <a:solidFill>
                  <a:srgbClr val="888888"/>
                </a:solidFill>
                <a:latin typeface="Courier New"/>
                <a:ea typeface="Courier New"/>
                <a:cs typeface="Courier New"/>
              </a:defRPr>
            </a:lvl4pPr>
            <a:lvl5pPr>
              <a:defRPr sz="825" b="0">
                <a:solidFill>
                  <a:srgbClr val="888888"/>
                </a:solidFill>
                <a:latin typeface="Courier New"/>
                <a:ea typeface="Courier New"/>
                <a:cs typeface="Courier New"/>
              </a:defRPr>
            </a:lvl5pPr>
            <a:lvl6pPr>
              <a:defRPr sz="825" b="0">
                <a:solidFill>
                  <a:srgbClr val="888888"/>
                </a:solidFill>
                <a:latin typeface="Courier New"/>
                <a:ea typeface="Courier New"/>
                <a:cs typeface="Courier New"/>
              </a:defRPr>
            </a:lvl6pPr>
            <a:lvl7pPr>
              <a:defRPr sz="825" b="0">
                <a:solidFill>
                  <a:srgbClr val="888888"/>
                </a:solidFill>
                <a:latin typeface="Courier New"/>
                <a:ea typeface="Courier New"/>
                <a:cs typeface="Courier New"/>
              </a:defRPr>
            </a:lvl7pPr>
            <a:lvl8pPr>
              <a:defRPr sz="825" b="0">
                <a:solidFill>
                  <a:srgbClr val="888888"/>
                </a:solidFill>
                <a:latin typeface="Courier New"/>
                <a:ea typeface="Courier New"/>
                <a:cs typeface="Courier New"/>
              </a:defRPr>
            </a:lvl8pPr>
            <a:lvl9pPr>
              <a:defRPr sz="825" b="0">
                <a:solidFill>
                  <a:srgbClr val="888888"/>
                </a:solidFill>
                <a:latin typeface="Courier New"/>
                <a:ea typeface="Courier New"/>
                <a:cs typeface="Courier New"/>
              </a:defRPr>
            </a:lvl9pPr>
          </a:lstStyle>
          <a:p xmlns:a="http://schemas.openxmlformats.org/drawingml/2006/main">
            <a:pPr>
              <a:defRPr sz="825" b="0">
                <a:solidFill>
                  <a:srgbClr val="888888"/>
                </a:solidFill>
                <a:latin typeface="Courier New"/>
                <a:ea typeface="Courier New"/>
                <a:cs typeface="Courier New"/>
              </a:defRPr>
            </a:pPr>
            <a:r>
              <a:rPr sz="825" b="0">
                <a:solidFill>
                  <a:srgbClr val="888888"/>
                </a:solidFill>
                <a:latin typeface="Courier New"/>
                <a:ea typeface="Courier New"/>
                <a:cs typeface="Courier New"/>
              </a:rPr>
              <a:t>OBJECTIVE 03</a:t>
            </a:r>
          </a:p>
        </p:txBody>
      </p:sp>
      <p:sp>
        <p:nvSpPr>
          <p:cNvPr id="20" name="text-20">
            <a:extLst xmlns:a="http://schemas.openxmlformats.org/drawingml/2006/main">
              <a:ext uri="{FF2B5EF4-FFF2-40B4-BE49-F238E27FC236}">
                <a16:creationId xmlns:a16="http://schemas.microsoft.com/office/drawing/2014/main" id="{C720FC63-E475-4FE3-BB96-3D45A0EBAD08}"/>
              </a:ext>
            </a:extLst>
          </p:cNvPr>
          <p:cNvSpPr>
            <a:spLocks xmlns:a="http://schemas.openxmlformats.org/drawingml/2006/main" noGrp="1"/>
          </p:cNvSpPr>
          <p:nvPr/>
        </p:nvSpPr>
        <p:spPr>
          <a:xfrm xmlns:a="http://schemas.openxmlformats.org/drawingml/2006/main">
            <a:off x="6362700" y="1666875"/>
            <a:ext cx="2437209" cy="7477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55555"/>
                </a:solidFill>
                <a:latin typeface="Arial"/>
                <a:ea typeface="Arial"/>
                <a:cs typeface="Arial"/>
              </a:defRPr>
            </a:defPPr>
            <a:lvl1pPr>
              <a:defRPr sz="975" b="0">
                <a:solidFill>
                  <a:srgbClr val="555555"/>
                </a:solidFill>
                <a:latin typeface="Arial"/>
                <a:ea typeface="Arial"/>
                <a:cs typeface="Arial"/>
              </a:defRPr>
            </a:lvl1pPr>
            <a:lvl2pPr>
              <a:defRPr sz="975" b="0">
                <a:solidFill>
                  <a:srgbClr val="555555"/>
                </a:solidFill>
                <a:latin typeface="Arial"/>
                <a:ea typeface="Arial"/>
                <a:cs typeface="Arial"/>
              </a:defRPr>
            </a:lvl2pPr>
            <a:lvl3pPr>
              <a:defRPr sz="975" b="0">
                <a:solidFill>
                  <a:srgbClr val="555555"/>
                </a:solidFill>
                <a:latin typeface="Arial"/>
                <a:ea typeface="Arial"/>
                <a:cs typeface="Arial"/>
              </a:defRPr>
            </a:lvl3pPr>
            <a:lvl4pPr>
              <a:defRPr sz="975" b="0">
                <a:solidFill>
                  <a:srgbClr val="555555"/>
                </a:solidFill>
                <a:latin typeface="Arial"/>
                <a:ea typeface="Arial"/>
                <a:cs typeface="Arial"/>
              </a:defRPr>
            </a:lvl4pPr>
            <a:lvl5pPr>
              <a:defRPr sz="975" b="0">
                <a:solidFill>
                  <a:srgbClr val="555555"/>
                </a:solidFill>
                <a:latin typeface="Arial"/>
                <a:ea typeface="Arial"/>
                <a:cs typeface="Arial"/>
              </a:defRPr>
            </a:lvl5pPr>
            <a:lvl6pPr>
              <a:defRPr sz="975" b="0">
                <a:solidFill>
                  <a:srgbClr val="555555"/>
                </a:solidFill>
                <a:latin typeface="Arial"/>
                <a:ea typeface="Arial"/>
                <a:cs typeface="Arial"/>
              </a:defRPr>
            </a:lvl6pPr>
            <a:lvl7pPr>
              <a:defRPr sz="975" b="0">
                <a:solidFill>
                  <a:srgbClr val="555555"/>
                </a:solidFill>
                <a:latin typeface="Arial"/>
                <a:ea typeface="Arial"/>
                <a:cs typeface="Arial"/>
              </a:defRPr>
            </a:lvl7pPr>
            <a:lvl8pPr>
              <a:defRPr sz="975" b="0">
                <a:solidFill>
                  <a:srgbClr val="555555"/>
                </a:solidFill>
                <a:latin typeface="Arial"/>
                <a:ea typeface="Arial"/>
                <a:cs typeface="Arial"/>
              </a:defRPr>
            </a:lvl8pPr>
            <a:lvl9pPr>
              <a:defRPr sz="975" b="0">
                <a:solidFill>
                  <a:srgbClr val="555555"/>
                </a:solidFill>
                <a:latin typeface="Arial"/>
                <a:ea typeface="Arial"/>
                <a:cs typeface="Arial"/>
              </a:defRPr>
            </a:lvl9pPr>
          </a:lstStyle>
          <a:p xmlns:a="http://schemas.openxmlformats.org/drawingml/2006/main">
            <a:pPr>
              <a:defRPr sz="975" b="0">
                <a:solidFill>
                  <a:srgbClr val="555555"/>
                </a:solidFill>
                <a:latin typeface="Arial"/>
                <a:ea typeface="Arial"/>
                <a:cs typeface="Arial"/>
              </a:defRPr>
            </a:pPr>
            <a:r>
              <a:rPr sz="975" b="0">
                <a:solidFill>
                  <a:srgbClr val="555555"/>
                </a:solidFill>
                <a:latin typeface="Arial"/>
                <a:ea typeface="Arial"/>
                <a:cs typeface="Arial"/>
              </a:rPr>
              <a:t>Train and evaluate Logistic Regression, Decision Tree, Random Forest, SVM, KNN, and XGBoost. Build stacking ensemble for improved accuracy.</a:t>
            </a:r>
          </a:p>
        </p:txBody>
      </p:sp>
      <p:sp>
        <p:nvSpPr>
          <p:cNvPr id="21" name="text-21">
            <a:extLst xmlns:a="http://schemas.openxmlformats.org/drawingml/2006/main">
              <a:ext uri="{FF2B5EF4-FFF2-40B4-BE49-F238E27FC236}">
                <a16:creationId xmlns:a16="http://schemas.microsoft.com/office/drawing/2014/main" id="{1C949D1A-A6BD-4FCD-BBE3-47B15343EE0B}"/>
              </a:ext>
            </a:extLst>
          </p:cNvPr>
          <p:cNvSpPr>
            <a:spLocks xmlns:a="http://schemas.openxmlformats.org/drawingml/2006/main" noGrp="1"/>
          </p:cNvSpPr>
          <p:nvPr/>
        </p:nvSpPr>
        <p:spPr>
          <a:xfrm xmlns:a="http://schemas.openxmlformats.org/drawingml/2006/main">
            <a:off x="6362700" y="2486025"/>
            <a:ext cx="2341662"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02FA7"/>
                </a:solidFill>
                <a:latin typeface="Courier New"/>
                <a:ea typeface="Courier New"/>
                <a:cs typeface="Courier New"/>
              </a:defRPr>
            </a:defPPr>
            <a:lvl1pPr>
              <a:defRPr sz="825" b="0">
                <a:solidFill>
                  <a:srgbClr val="002FA7"/>
                </a:solidFill>
                <a:latin typeface="Courier New"/>
                <a:ea typeface="Courier New"/>
                <a:cs typeface="Courier New"/>
              </a:defRPr>
            </a:lvl1pPr>
            <a:lvl2pPr>
              <a:defRPr sz="825" b="0">
                <a:solidFill>
                  <a:srgbClr val="002FA7"/>
                </a:solidFill>
                <a:latin typeface="Courier New"/>
                <a:ea typeface="Courier New"/>
                <a:cs typeface="Courier New"/>
              </a:defRPr>
            </a:lvl2pPr>
            <a:lvl3pPr>
              <a:defRPr sz="825" b="0">
                <a:solidFill>
                  <a:srgbClr val="002FA7"/>
                </a:solidFill>
                <a:latin typeface="Courier New"/>
                <a:ea typeface="Courier New"/>
                <a:cs typeface="Courier New"/>
              </a:defRPr>
            </a:lvl3pPr>
            <a:lvl4pPr>
              <a:defRPr sz="825" b="0">
                <a:solidFill>
                  <a:srgbClr val="002FA7"/>
                </a:solidFill>
                <a:latin typeface="Courier New"/>
                <a:ea typeface="Courier New"/>
                <a:cs typeface="Courier New"/>
              </a:defRPr>
            </a:lvl4pPr>
            <a:lvl5pPr>
              <a:defRPr sz="825" b="0">
                <a:solidFill>
                  <a:srgbClr val="002FA7"/>
                </a:solidFill>
                <a:latin typeface="Courier New"/>
                <a:ea typeface="Courier New"/>
                <a:cs typeface="Courier New"/>
              </a:defRPr>
            </a:lvl5pPr>
            <a:lvl6pPr>
              <a:defRPr sz="825" b="0">
                <a:solidFill>
                  <a:srgbClr val="002FA7"/>
                </a:solidFill>
                <a:latin typeface="Courier New"/>
                <a:ea typeface="Courier New"/>
                <a:cs typeface="Courier New"/>
              </a:defRPr>
            </a:lvl6pPr>
            <a:lvl7pPr>
              <a:defRPr sz="825" b="0">
                <a:solidFill>
                  <a:srgbClr val="002FA7"/>
                </a:solidFill>
                <a:latin typeface="Courier New"/>
                <a:ea typeface="Courier New"/>
                <a:cs typeface="Courier New"/>
              </a:defRPr>
            </a:lvl7pPr>
            <a:lvl8pPr>
              <a:defRPr sz="825" b="0">
                <a:solidFill>
                  <a:srgbClr val="002FA7"/>
                </a:solidFill>
                <a:latin typeface="Courier New"/>
                <a:ea typeface="Courier New"/>
                <a:cs typeface="Courier New"/>
              </a:defRPr>
            </a:lvl8pPr>
            <a:lvl9pPr>
              <a:defRPr sz="825" b="0">
                <a:solidFill>
                  <a:srgbClr val="002FA7"/>
                </a:solidFill>
                <a:latin typeface="Courier New"/>
                <a:ea typeface="Courier New"/>
                <a:cs typeface="Courier New"/>
              </a:defRPr>
            </a:lvl9pPr>
          </a:lstStyle>
          <a:p xmlns:a="http://schemas.openxmlformats.org/drawingml/2006/main">
            <a:pPr>
              <a:defRPr sz="825" b="0">
                <a:solidFill>
                  <a:srgbClr val="002FA7"/>
                </a:solidFill>
                <a:latin typeface="Courier New"/>
                <a:ea typeface="Courier New"/>
                <a:cs typeface="Courier New"/>
              </a:defRPr>
            </a:pPr>
            <a:r>
              <a:rPr sz="825" b="0">
                <a:solidFill>
                  <a:srgbClr val="002FA7"/>
                </a:solidFill>
                <a:latin typeface="Courier New"/>
                <a:ea typeface="Courier New"/>
                <a:cs typeface="Courier New"/>
              </a:rPr>
              <a:t>— Scikit-learn, XGBoost, GridSearchCV, 5-Fold CV, Stacking</a:t>
            </a:r>
          </a:p>
        </p:txBody>
      </p:sp>
      <p:sp>
        <p:nvSpPr>
          <p:cNvPr id="22" name="">
            <a:extLst xmlns:a="http://schemas.openxmlformats.org/drawingml/2006/main">
              <a:ext uri="{FF2B5EF4-FFF2-40B4-BE49-F238E27FC236}">
                <a16:creationId xmlns:a16="http://schemas.microsoft.com/office/drawing/2014/main" id="{5E187FC6-928E-4A80-A80D-5C895E4EA931}"/>
              </a:ext>
            </a:extLst>
          </p:cNvPr>
          <p:cNvSpPr>
            <a:spLocks xmlns:a="http://schemas.openxmlformats.org/drawingml/2006/main" noGrp="1"/>
          </p:cNvSpPr>
          <p:nvPr/>
        </p:nvSpPr>
        <p:spPr>
          <a:xfrm xmlns:a="http://schemas.openxmlformats.org/drawingml/2006/main">
            <a:off x="8972550" y="942975"/>
            <a:ext cx="2647950" cy="2070497"/>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898BCAB-2F05-4AF4-9797-DF8CFEDCDD9E}"/>
              </a:ext>
            </a:extLst>
          </p:cNvPr>
          <p:cNvSpPr>
            <a:spLocks xmlns:a="http://schemas.openxmlformats.org/drawingml/2006/main" noGrp="1"/>
          </p:cNvSpPr>
          <p:nvPr/>
        </p:nvSpPr>
        <p:spPr>
          <a:xfrm xmlns:a="http://schemas.openxmlformats.org/drawingml/2006/main">
            <a:off x="9163050" y="1173361"/>
            <a:ext cx="419100" cy="4191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24" name="text-24">
            <a:extLst xmlns:a="http://schemas.openxmlformats.org/drawingml/2006/main">
              <a:ext uri="{FF2B5EF4-FFF2-40B4-BE49-F238E27FC236}">
                <a16:creationId xmlns:a16="http://schemas.microsoft.com/office/drawing/2014/main" id="{7C7A6FD5-B4C2-4B88-BA77-5C9000392ADE}"/>
              </a:ext>
            </a:extLst>
          </p:cNvPr>
          <p:cNvSpPr>
            <a:spLocks xmlns:a="http://schemas.openxmlformats.org/drawingml/2006/main" noGrp="1"/>
          </p:cNvSpPr>
          <p:nvPr/>
        </p:nvSpPr>
        <p:spPr>
          <a:xfrm xmlns:a="http://schemas.openxmlformats.org/drawingml/2006/main">
            <a:off x="9696450" y="1143000"/>
            <a:ext cx="1681014" cy="3923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A0A0A"/>
                </a:solidFill>
                <a:latin typeface="Arial"/>
                <a:ea typeface="Arial"/>
                <a:cs typeface="Arial"/>
              </a:defRPr>
            </a:defPPr>
            <a:lvl1pPr>
              <a:defRPr sz="1200" b="1">
                <a:solidFill>
                  <a:srgbClr val="0A0A0A"/>
                </a:solidFill>
                <a:latin typeface="Arial"/>
                <a:ea typeface="Arial"/>
                <a:cs typeface="Arial"/>
              </a:defRPr>
            </a:lvl1pPr>
            <a:lvl2pPr>
              <a:defRPr sz="1200" b="1">
                <a:solidFill>
                  <a:srgbClr val="0A0A0A"/>
                </a:solidFill>
                <a:latin typeface="Arial"/>
                <a:ea typeface="Arial"/>
                <a:cs typeface="Arial"/>
              </a:defRPr>
            </a:lvl2pPr>
            <a:lvl3pPr>
              <a:defRPr sz="1200" b="1">
                <a:solidFill>
                  <a:srgbClr val="0A0A0A"/>
                </a:solidFill>
                <a:latin typeface="Arial"/>
                <a:ea typeface="Arial"/>
                <a:cs typeface="Arial"/>
              </a:defRPr>
            </a:lvl3pPr>
            <a:lvl4pPr>
              <a:defRPr sz="1200" b="1">
                <a:solidFill>
                  <a:srgbClr val="0A0A0A"/>
                </a:solidFill>
                <a:latin typeface="Arial"/>
                <a:ea typeface="Arial"/>
                <a:cs typeface="Arial"/>
              </a:defRPr>
            </a:lvl4pPr>
            <a:lvl5pPr>
              <a:defRPr sz="1200" b="1">
                <a:solidFill>
                  <a:srgbClr val="0A0A0A"/>
                </a:solidFill>
                <a:latin typeface="Arial"/>
                <a:ea typeface="Arial"/>
                <a:cs typeface="Arial"/>
              </a:defRPr>
            </a:lvl5pPr>
            <a:lvl6pPr>
              <a:defRPr sz="1200" b="1">
                <a:solidFill>
                  <a:srgbClr val="0A0A0A"/>
                </a:solidFill>
                <a:latin typeface="Arial"/>
                <a:ea typeface="Arial"/>
                <a:cs typeface="Arial"/>
              </a:defRPr>
            </a:lvl6pPr>
            <a:lvl7pPr>
              <a:defRPr sz="1200" b="1">
                <a:solidFill>
                  <a:srgbClr val="0A0A0A"/>
                </a:solidFill>
                <a:latin typeface="Arial"/>
                <a:ea typeface="Arial"/>
                <a:cs typeface="Arial"/>
              </a:defRPr>
            </a:lvl7pPr>
            <a:lvl8pPr>
              <a:defRPr sz="1200" b="1">
                <a:solidFill>
                  <a:srgbClr val="0A0A0A"/>
                </a:solidFill>
                <a:latin typeface="Arial"/>
                <a:ea typeface="Arial"/>
                <a:cs typeface="Arial"/>
              </a:defRPr>
            </a:lvl8pPr>
            <a:lvl9pPr>
              <a:defRPr sz="1200" b="1">
                <a:solidFill>
                  <a:srgbClr val="0A0A0A"/>
                </a:solidFill>
                <a:latin typeface="Arial"/>
                <a:ea typeface="Arial"/>
                <a:cs typeface="Arial"/>
              </a:defRPr>
            </a:lvl9pPr>
          </a:lstStyle>
          <a:p xmlns:a="http://schemas.openxmlformats.org/drawingml/2006/main">
            <a:pPr>
              <a:defRPr sz="1200" b="1">
                <a:solidFill>
                  <a:srgbClr val="0A0A0A"/>
                </a:solidFill>
                <a:latin typeface="Arial"/>
                <a:ea typeface="Arial"/>
                <a:cs typeface="Arial"/>
              </a:defRPr>
            </a:pPr>
            <a:r>
              <a:rPr sz="1200" b="1">
                <a:solidFill>
                  <a:srgbClr val="0A0A0A"/>
                </a:solidFill>
                <a:latin typeface="Arial"/>
                <a:ea typeface="Arial"/>
                <a:cs typeface="Arial"/>
              </a:rPr>
              <a:t>Explain Predictions (SHAP)</a:t>
            </a:r>
          </a:p>
        </p:txBody>
      </p:sp>
      <p:sp>
        <p:nvSpPr>
          <p:cNvPr id="25" name="text-25">
            <a:extLst xmlns:a="http://schemas.openxmlformats.org/drawingml/2006/main">
              <a:ext uri="{FF2B5EF4-FFF2-40B4-BE49-F238E27FC236}">
                <a16:creationId xmlns:a16="http://schemas.microsoft.com/office/drawing/2014/main" id="{13044BB2-6473-4DD6-BDC3-D28AA66B8325}"/>
              </a:ext>
            </a:extLst>
          </p:cNvPr>
          <p:cNvSpPr>
            <a:spLocks xmlns:a="http://schemas.openxmlformats.org/drawingml/2006/main" noGrp="1"/>
          </p:cNvSpPr>
          <p:nvPr/>
        </p:nvSpPr>
        <p:spPr>
          <a:xfrm xmlns:a="http://schemas.openxmlformats.org/drawingml/2006/main">
            <a:off x="9696450" y="1518047"/>
            <a:ext cx="1053911"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888888"/>
                </a:solidFill>
                <a:latin typeface="Courier New"/>
                <a:ea typeface="Courier New"/>
                <a:cs typeface="Courier New"/>
              </a:defRPr>
            </a:defPPr>
            <a:lvl1pPr>
              <a:defRPr sz="825" b="0">
                <a:solidFill>
                  <a:srgbClr val="888888"/>
                </a:solidFill>
                <a:latin typeface="Courier New"/>
                <a:ea typeface="Courier New"/>
                <a:cs typeface="Courier New"/>
              </a:defRPr>
            </a:lvl1pPr>
            <a:lvl2pPr>
              <a:defRPr sz="825" b="0">
                <a:solidFill>
                  <a:srgbClr val="888888"/>
                </a:solidFill>
                <a:latin typeface="Courier New"/>
                <a:ea typeface="Courier New"/>
                <a:cs typeface="Courier New"/>
              </a:defRPr>
            </a:lvl2pPr>
            <a:lvl3pPr>
              <a:defRPr sz="825" b="0">
                <a:solidFill>
                  <a:srgbClr val="888888"/>
                </a:solidFill>
                <a:latin typeface="Courier New"/>
                <a:ea typeface="Courier New"/>
                <a:cs typeface="Courier New"/>
              </a:defRPr>
            </a:lvl3pPr>
            <a:lvl4pPr>
              <a:defRPr sz="825" b="0">
                <a:solidFill>
                  <a:srgbClr val="888888"/>
                </a:solidFill>
                <a:latin typeface="Courier New"/>
                <a:ea typeface="Courier New"/>
                <a:cs typeface="Courier New"/>
              </a:defRPr>
            </a:lvl4pPr>
            <a:lvl5pPr>
              <a:defRPr sz="825" b="0">
                <a:solidFill>
                  <a:srgbClr val="888888"/>
                </a:solidFill>
                <a:latin typeface="Courier New"/>
                <a:ea typeface="Courier New"/>
                <a:cs typeface="Courier New"/>
              </a:defRPr>
            </a:lvl5pPr>
            <a:lvl6pPr>
              <a:defRPr sz="825" b="0">
                <a:solidFill>
                  <a:srgbClr val="888888"/>
                </a:solidFill>
                <a:latin typeface="Courier New"/>
                <a:ea typeface="Courier New"/>
                <a:cs typeface="Courier New"/>
              </a:defRPr>
            </a:lvl6pPr>
            <a:lvl7pPr>
              <a:defRPr sz="825" b="0">
                <a:solidFill>
                  <a:srgbClr val="888888"/>
                </a:solidFill>
                <a:latin typeface="Courier New"/>
                <a:ea typeface="Courier New"/>
                <a:cs typeface="Courier New"/>
              </a:defRPr>
            </a:lvl7pPr>
            <a:lvl8pPr>
              <a:defRPr sz="825" b="0">
                <a:solidFill>
                  <a:srgbClr val="888888"/>
                </a:solidFill>
                <a:latin typeface="Courier New"/>
                <a:ea typeface="Courier New"/>
                <a:cs typeface="Courier New"/>
              </a:defRPr>
            </a:lvl8pPr>
            <a:lvl9pPr>
              <a:defRPr sz="825" b="0">
                <a:solidFill>
                  <a:srgbClr val="888888"/>
                </a:solidFill>
                <a:latin typeface="Courier New"/>
                <a:ea typeface="Courier New"/>
                <a:cs typeface="Courier New"/>
              </a:defRPr>
            </a:lvl9pPr>
          </a:lstStyle>
          <a:p xmlns:a="http://schemas.openxmlformats.org/drawingml/2006/main">
            <a:pPr>
              <a:defRPr sz="825" b="0">
                <a:solidFill>
                  <a:srgbClr val="888888"/>
                </a:solidFill>
                <a:latin typeface="Courier New"/>
                <a:ea typeface="Courier New"/>
                <a:cs typeface="Courier New"/>
              </a:defRPr>
            </a:pPr>
            <a:r>
              <a:rPr sz="825" b="0">
                <a:solidFill>
                  <a:srgbClr val="888888"/>
                </a:solidFill>
                <a:latin typeface="Courier New"/>
                <a:ea typeface="Courier New"/>
                <a:cs typeface="Courier New"/>
              </a:rPr>
              <a:t>OBJECTIVE 04</a:t>
            </a:r>
          </a:p>
        </p:txBody>
      </p:sp>
      <p:sp>
        <p:nvSpPr>
          <p:cNvPr id="26" name="text-26">
            <a:extLst xmlns:a="http://schemas.openxmlformats.org/drawingml/2006/main">
              <a:ext uri="{FF2B5EF4-FFF2-40B4-BE49-F238E27FC236}">
                <a16:creationId xmlns:a16="http://schemas.microsoft.com/office/drawing/2014/main" id="{1D28796F-BD87-46D6-9549-36979687BAC2}"/>
              </a:ext>
            </a:extLst>
          </p:cNvPr>
          <p:cNvSpPr>
            <a:spLocks xmlns:a="http://schemas.openxmlformats.org/drawingml/2006/main" noGrp="1"/>
          </p:cNvSpPr>
          <p:nvPr/>
        </p:nvSpPr>
        <p:spPr>
          <a:xfrm xmlns:a="http://schemas.openxmlformats.org/drawingml/2006/main">
            <a:off x="9163050" y="1746647"/>
            <a:ext cx="2310854" cy="7477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55555"/>
                </a:solidFill>
                <a:latin typeface="Arial"/>
                <a:ea typeface="Arial"/>
                <a:cs typeface="Arial"/>
              </a:defRPr>
            </a:defPPr>
            <a:lvl1pPr>
              <a:defRPr sz="975" b="0">
                <a:solidFill>
                  <a:srgbClr val="555555"/>
                </a:solidFill>
                <a:latin typeface="Arial"/>
                <a:ea typeface="Arial"/>
                <a:cs typeface="Arial"/>
              </a:defRPr>
            </a:lvl1pPr>
            <a:lvl2pPr>
              <a:defRPr sz="975" b="0">
                <a:solidFill>
                  <a:srgbClr val="555555"/>
                </a:solidFill>
                <a:latin typeface="Arial"/>
                <a:ea typeface="Arial"/>
                <a:cs typeface="Arial"/>
              </a:defRPr>
            </a:lvl2pPr>
            <a:lvl3pPr>
              <a:defRPr sz="975" b="0">
                <a:solidFill>
                  <a:srgbClr val="555555"/>
                </a:solidFill>
                <a:latin typeface="Arial"/>
                <a:ea typeface="Arial"/>
                <a:cs typeface="Arial"/>
              </a:defRPr>
            </a:lvl3pPr>
            <a:lvl4pPr>
              <a:defRPr sz="975" b="0">
                <a:solidFill>
                  <a:srgbClr val="555555"/>
                </a:solidFill>
                <a:latin typeface="Arial"/>
                <a:ea typeface="Arial"/>
                <a:cs typeface="Arial"/>
              </a:defRPr>
            </a:lvl4pPr>
            <a:lvl5pPr>
              <a:defRPr sz="975" b="0">
                <a:solidFill>
                  <a:srgbClr val="555555"/>
                </a:solidFill>
                <a:latin typeface="Arial"/>
                <a:ea typeface="Arial"/>
                <a:cs typeface="Arial"/>
              </a:defRPr>
            </a:lvl5pPr>
            <a:lvl6pPr>
              <a:defRPr sz="975" b="0">
                <a:solidFill>
                  <a:srgbClr val="555555"/>
                </a:solidFill>
                <a:latin typeface="Arial"/>
                <a:ea typeface="Arial"/>
                <a:cs typeface="Arial"/>
              </a:defRPr>
            </a:lvl6pPr>
            <a:lvl7pPr>
              <a:defRPr sz="975" b="0">
                <a:solidFill>
                  <a:srgbClr val="555555"/>
                </a:solidFill>
                <a:latin typeface="Arial"/>
                <a:ea typeface="Arial"/>
                <a:cs typeface="Arial"/>
              </a:defRPr>
            </a:lvl7pPr>
            <a:lvl8pPr>
              <a:defRPr sz="975" b="0">
                <a:solidFill>
                  <a:srgbClr val="555555"/>
                </a:solidFill>
                <a:latin typeface="Arial"/>
                <a:ea typeface="Arial"/>
                <a:cs typeface="Arial"/>
              </a:defRPr>
            </a:lvl8pPr>
            <a:lvl9pPr>
              <a:defRPr sz="975" b="0">
                <a:solidFill>
                  <a:srgbClr val="555555"/>
                </a:solidFill>
                <a:latin typeface="Arial"/>
                <a:ea typeface="Arial"/>
                <a:cs typeface="Arial"/>
              </a:defRPr>
            </a:lvl9pPr>
          </a:lstStyle>
          <a:p xmlns:a="http://schemas.openxmlformats.org/drawingml/2006/main">
            <a:pPr>
              <a:defRPr sz="975" b="0">
                <a:solidFill>
                  <a:srgbClr val="555555"/>
                </a:solidFill>
                <a:latin typeface="Arial"/>
                <a:ea typeface="Arial"/>
                <a:cs typeface="Arial"/>
              </a:defRPr>
            </a:pPr>
            <a:r>
              <a:rPr sz="975" b="0">
                <a:solidFill>
                  <a:srgbClr val="555555"/>
                </a:solidFill>
                <a:latin typeface="Arial"/>
                <a:ea typeface="Arial"/>
                <a:cs typeface="Arial"/>
              </a:rPr>
              <a:t>Apply SHAP (SHapley Additive exPlanations) for global and local interpretability — identify top features and explain individual predictions.</a:t>
            </a:r>
          </a:p>
        </p:txBody>
      </p:sp>
      <p:sp>
        <p:nvSpPr>
          <p:cNvPr id="27" name="text-27">
            <a:extLst xmlns:a="http://schemas.openxmlformats.org/drawingml/2006/main">
              <a:ext uri="{FF2B5EF4-FFF2-40B4-BE49-F238E27FC236}">
                <a16:creationId xmlns:a16="http://schemas.microsoft.com/office/drawing/2014/main" id="{7D2C72CF-85F2-493A-9A1C-F5A70CE6AC71}"/>
              </a:ext>
            </a:extLst>
          </p:cNvPr>
          <p:cNvSpPr>
            <a:spLocks xmlns:a="http://schemas.openxmlformats.org/drawingml/2006/main" noGrp="1"/>
          </p:cNvSpPr>
          <p:nvPr/>
        </p:nvSpPr>
        <p:spPr>
          <a:xfrm xmlns:a="http://schemas.openxmlformats.org/drawingml/2006/main">
            <a:off x="9163050" y="2565797"/>
            <a:ext cx="2278707"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02FA7"/>
                </a:solidFill>
                <a:latin typeface="Courier New"/>
                <a:ea typeface="Courier New"/>
                <a:cs typeface="Courier New"/>
              </a:defRPr>
            </a:defPPr>
            <a:lvl1pPr>
              <a:defRPr sz="825" b="0">
                <a:solidFill>
                  <a:srgbClr val="002FA7"/>
                </a:solidFill>
                <a:latin typeface="Courier New"/>
                <a:ea typeface="Courier New"/>
                <a:cs typeface="Courier New"/>
              </a:defRPr>
            </a:lvl1pPr>
            <a:lvl2pPr>
              <a:defRPr sz="825" b="0">
                <a:solidFill>
                  <a:srgbClr val="002FA7"/>
                </a:solidFill>
                <a:latin typeface="Courier New"/>
                <a:ea typeface="Courier New"/>
                <a:cs typeface="Courier New"/>
              </a:defRPr>
            </a:lvl2pPr>
            <a:lvl3pPr>
              <a:defRPr sz="825" b="0">
                <a:solidFill>
                  <a:srgbClr val="002FA7"/>
                </a:solidFill>
                <a:latin typeface="Courier New"/>
                <a:ea typeface="Courier New"/>
                <a:cs typeface="Courier New"/>
              </a:defRPr>
            </a:lvl3pPr>
            <a:lvl4pPr>
              <a:defRPr sz="825" b="0">
                <a:solidFill>
                  <a:srgbClr val="002FA7"/>
                </a:solidFill>
                <a:latin typeface="Courier New"/>
                <a:ea typeface="Courier New"/>
                <a:cs typeface="Courier New"/>
              </a:defRPr>
            </a:lvl4pPr>
            <a:lvl5pPr>
              <a:defRPr sz="825" b="0">
                <a:solidFill>
                  <a:srgbClr val="002FA7"/>
                </a:solidFill>
                <a:latin typeface="Courier New"/>
                <a:ea typeface="Courier New"/>
                <a:cs typeface="Courier New"/>
              </a:defRPr>
            </a:lvl5pPr>
            <a:lvl6pPr>
              <a:defRPr sz="825" b="0">
                <a:solidFill>
                  <a:srgbClr val="002FA7"/>
                </a:solidFill>
                <a:latin typeface="Courier New"/>
                <a:ea typeface="Courier New"/>
                <a:cs typeface="Courier New"/>
              </a:defRPr>
            </a:lvl6pPr>
            <a:lvl7pPr>
              <a:defRPr sz="825" b="0">
                <a:solidFill>
                  <a:srgbClr val="002FA7"/>
                </a:solidFill>
                <a:latin typeface="Courier New"/>
                <a:ea typeface="Courier New"/>
                <a:cs typeface="Courier New"/>
              </a:defRPr>
            </a:lvl7pPr>
            <a:lvl8pPr>
              <a:defRPr sz="825" b="0">
                <a:solidFill>
                  <a:srgbClr val="002FA7"/>
                </a:solidFill>
                <a:latin typeface="Courier New"/>
                <a:ea typeface="Courier New"/>
                <a:cs typeface="Courier New"/>
              </a:defRPr>
            </a:lvl8pPr>
            <a:lvl9pPr>
              <a:defRPr sz="825" b="0">
                <a:solidFill>
                  <a:srgbClr val="002FA7"/>
                </a:solidFill>
                <a:latin typeface="Courier New"/>
                <a:ea typeface="Courier New"/>
                <a:cs typeface="Courier New"/>
              </a:defRPr>
            </a:lvl9pPr>
          </a:lstStyle>
          <a:p xmlns:a="http://schemas.openxmlformats.org/drawingml/2006/main">
            <a:pPr>
              <a:defRPr sz="825" b="0">
                <a:solidFill>
                  <a:srgbClr val="002FA7"/>
                </a:solidFill>
                <a:latin typeface="Courier New"/>
                <a:ea typeface="Courier New"/>
                <a:cs typeface="Courier New"/>
              </a:defRPr>
            </a:pPr>
            <a:r>
              <a:rPr sz="825" b="0">
                <a:solidFill>
                  <a:srgbClr val="002FA7"/>
                </a:solidFill>
                <a:latin typeface="Courier New"/>
                <a:ea typeface="Courier New"/>
                <a:cs typeface="Courier New"/>
              </a:rPr>
              <a:t>— SHAP, Waterfall Plots, Summary Plots, Feature Importance</a:t>
            </a:r>
          </a:p>
        </p:txBody>
      </p:sp>
      <p:pic>
        <p:nvPicPr>
          <p:cNvPr id="28" name="">
            <a:extLst xmlns:a="http://schemas.openxmlformats.org/drawingml/2006/main">
              <a:ext uri="{FF2B5EF4-FFF2-40B4-BE49-F238E27FC236}">
                <a16:creationId xmlns:a16="http://schemas.microsoft.com/office/drawing/2014/main" id="{CB11DAAF-789E-4772-80ED-E5B627EAF6DA}"/>
              </a:ext>
            </a:extLst>
          </p:cNvPr>
          <p:cNvPicPr>
            <a:picLocks xmlns:a="http://schemas.openxmlformats.org/drawingml/2006/main" noChangeAspect="1"/>
          </p:cNvPicPr>
          <p:nvPr/>
        </p:nvPicPr>
        <p:blipFill>
          <a:blip xmlns:r="http://schemas.openxmlformats.org/officeDocument/2006/relationships" xmlns:a="http://schemas.openxmlformats.org/drawingml/2006/main" r:embed="R17f2087d6e0c4495"/>
          <a:stretch xmlns:a="http://schemas.openxmlformats.org/drawingml/2006/main"/>
        </p:blipFill>
        <p:spPr>
          <a:xfrm xmlns:a="http://schemas.openxmlformats.org/drawingml/2006/main">
            <a:off x="5857875" y="3127772"/>
            <a:ext cx="476250" cy="476250"/>
          </a:xfrm>
          <a:prstGeom xmlns:a="http://schemas.openxmlformats.org/drawingml/2006/main" prst="rect">
            <a:avLst/>
          </a:prstGeom>
        </p:spPr>
      </p:pic>
      <p:sp>
        <p:nvSpPr>
          <p:cNvPr id="29" name="text-29">
            <a:extLst xmlns:a="http://schemas.openxmlformats.org/drawingml/2006/main">
              <a:ext uri="{FF2B5EF4-FFF2-40B4-BE49-F238E27FC236}">
                <a16:creationId xmlns:a16="http://schemas.microsoft.com/office/drawing/2014/main" id="{367009B6-226F-4C49-8EF0-D0E46B6E6E3B}"/>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A0A0A"/>
                </a:solidFill>
                <a:latin typeface="Courier New"/>
                <a:ea typeface="Courier New"/>
                <a:cs typeface="Courier New"/>
              </a:defRPr>
            </a:defPPr>
            <a:lvl1pPr>
              <a:defRPr sz="825" b="0">
                <a:solidFill>
                  <a:srgbClr val="0A0A0A"/>
                </a:solidFill>
                <a:latin typeface="Courier New"/>
                <a:ea typeface="Courier New"/>
                <a:cs typeface="Courier New"/>
              </a:defRPr>
            </a:lvl1pPr>
            <a:lvl2pPr>
              <a:defRPr sz="825" b="0">
                <a:solidFill>
                  <a:srgbClr val="0A0A0A"/>
                </a:solidFill>
                <a:latin typeface="Courier New"/>
                <a:ea typeface="Courier New"/>
                <a:cs typeface="Courier New"/>
              </a:defRPr>
            </a:lvl2pPr>
            <a:lvl3pPr>
              <a:defRPr sz="825" b="0">
                <a:solidFill>
                  <a:srgbClr val="0A0A0A"/>
                </a:solidFill>
                <a:latin typeface="Courier New"/>
                <a:ea typeface="Courier New"/>
                <a:cs typeface="Courier New"/>
              </a:defRPr>
            </a:lvl3pPr>
            <a:lvl4pPr>
              <a:defRPr sz="825" b="0">
                <a:solidFill>
                  <a:srgbClr val="0A0A0A"/>
                </a:solidFill>
                <a:latin typeface="Courier New"/>
                <a:ea typeface="Courier New"/>
                <a:cs typeface="Courier New"/>
              </a:defRPr>
            </a:lvl4pPr>
            <a:lvl5pPr>
              <a:defRPr sz="825" b="0">
                <a:solidFill>
                  <a:srgbClr val="0A0A0A"/>
                </a:solidFill>
                <a:latin typeface="Courier New"/>
                <a:ea typeface="Courier New"/>
                <a:cs typeface="Courier New"/>
              </a:defRPr>
            </a:lvl5pPr>
            <a:lvl6pPr>
              <a:defRPr sz="825" b="0">
                <a:solidFill>
                  <a:srgbClr val="0A0A0A"/>
                </a:solidFill>
                <a:latin typeface="Courier New"/>
                <a:ea typeface="Courier New"/>
                <a:cs typeface="Courier New"/>
              </a:defRPr>
            </a:lvl6pPr>
            <a:lvl7pPr>
              <a:defRPr sz="825" b="0">
                <a:solidFill>
                  <a:srgbClr val="0A0A0A"/>
                </a:solidFill>
                <a:latin typeface="Courier New"/>
                <a:ea typeface="Courier New"/>
                <a:cs typeface="Courier New"/>
              </a:defRPr>
            </a:lvl7pPr>
            <a:lvl8pPr>
              <a:defRPr sz="825" b="0">
                <a:solidFill>
                  <a:srgbClr val="0A0A0A"/>
                </a:solidFill>
                <a:latin typeface="Courier New"/>
                <a:ea typeface="Courier New"/>
                <a:cs typeface="Courier New"/>
              </a:defRPr>
            </a:lvl8pPr>
            <a:lvl9pPr>
              <a:defRPr sz="825" b="0">
                <a:solidFill>
                  <a:srgbClr val="0A0A0A"/>
                </a:solidFill>
                <a:latin typeface="Courier New"/>
                <a:ea typeface="Courier New"/>
                <a:cs typeface="Courier New"/>
              </a:defRPr>
            </a:lvl9pPr>
          </a:lstStyle>
          <a:p xmlns:a="http://schemas.openxmlformats.org/drawingml/2006/main">
            <a:pPr>
              <a:defRPr sz="825" b="0">
                <a:solidFill>
                  <a:srgbClr val="0A0A0A"/>
                </a:solidFill>
                <a:latin typeface="Courier New"/>
                <a:ea typeface="Courier New"/>
                <a:cs typeface="Courier New"/>
              </a:defRPr>
            </a:pPr>
            <a:r>
              <a:rPr sz="825" b="0">
                <a:solidFill>
                  <a:srgbClr val="0A0A0A"/>
                </a:solidFill>
                <a:latin typeface="Courier New"/>
                <a:ea typeface="Courier New"/>
                <a:cs typeface="Courier New"/>
              </a:rPr>
              <a:t>LESS / GRID / MONO</a:t>
            </a:r>
          </a:p>
        </p:txBody>
      </p:sp>
    </p:spTree>
    <p:extLst>
      <p:ext uri="{BB962C8B-B14F-4D97-AF65-F5344CB8AC3E}">
        <p14:creationId xmlns:p14="http://schemas.microsoft.com/office/powerpoint/2010/main" val="1450250391"/>
      </p:ext>
    </p:extLst>
  </p:cSld>
</p:sld>
</file>

<file path=ppt/slides/slide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44" name="text-1">
            <a:extLst xmlns:a="http://schemas.openxmlformats.org/drawingml/2006/main">
              <a:ext uri="{FF2B5EF4-FFF2-40B4-BE49-F238E27FC236}">
                <a16:creationId xmlns:a16="http://schemas.microsoft.com/office/drawing/2014/main" id="{ED20B1B8-7E35-4040-B734-0A2FDF13C086}"/>
              </a:ext>
            </a:extLst>
          </p:cNvPr>
          <p:cNvSpPr>
            <a:spLocks xmlns:a="http://schemas.openxmlformats.org/drawingml/2006/main" noGrp="1"/>
          </p:cNvSpPr>
          <p:nvPr/>
        </p:nvSpPr>
        <p:spPr>
          <a:xfrm xmlns:a="http://schemas.openxmlformats.org/drawingml/2006/main">
            <a:off x="228600" y="114300"/>
            <a:ext cx="269040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0A0A0A"/>
                </a:solidFill>
                <a:latin typeface="Courier New"/>
                <a:ea typeface="Courier New"/>
                <a:cs typeface="Courier New"/>
              </a:defRPr>
            </a:defPPr>
            <a:lvl1pPr>
              <a:defRPr sz="975" b="0">
                <a:solidFill>
                  <a:srgbClr val="0A0A0A"/>
                </a:solidFill>
                <a:latin typeface="Courier New"/>
                <a:ea typeface="Courier New"/>
                <a:cs typeface="Courier New"/>
              </a:defRPr>
            </a:lvl1pPr>
            <a:lvl2pPr>
              <a:defRPr sz="975" b="0">
                <a:solidFill>
                  <a:srgbClr val="0A0A0A"/>
                </a:solidFill>
                <a:latin typeface="Courier New"/>
                <a:ea typeface="Courier New"/>
                <a:cs typeface="Courier New"/>
              </a:defRPr>
            </a:lvl2pPr>
            <a:lvl3pPr>
              <a:defRPr sz="975" b="0">
                <a:solidFill>
                  <a:srgbClr val="0A0A0A"/>
                </a:solidFill>
                <a:latin typeface="Courier New"/>
                <a:ea typeface="Courier New"/>
                <a:cs typeface="Courier New"/>
              </a:defRPr>
            </a:lvl3pPr>
            <a:lvl4pPr>
              <a:defRPr sz="975" b="0">
                <a:solidFill>
                  <a:srgbClr val="0A0A0A"/>
                </a:solidFill>
                <a:latin typeface="Courier New"/>
                <a:ea typeface="Courier New"/>
                <a:cs typeface="Courier New"/>
              </a:defRPr>
            </a:lvl4pPr>
            <a:lvl5pPr>
              <a:defRPr sz="975" b="0">
                <a:solidFill>
                  <a:srgbClr val="0A0A0A"/>
                </a:solidFill>
                <a:latin typeface="Courier New"/>
                <a:ea typeface="Courier New"/>
                <a:cs typeface="Courier New"/>
              </a:defRPr>
            </a:lvl5pPr>
            <a:lvl6pPr>
              <a:defRPr sz="975" b="0">
                <a:solidFill>
                  <a:srgbClr val="0A0A0A"/>
                </a:solidFill>
                <a:latin typeface="Courier New"/>
                <a:ea typeface="Courier New"/>
                <a:cs typeface="Courier New"/>
              </a:defRPr>
            </a:lvl6pPr>
            <a:lvl7pPr>
              <a:defRPr sz="975" b="0">
                <a:solidFill>
                  <a:srgbClr val="0A0A0A"/>
                </a:solidFill>
                <a:latin typeface="Courier New"/>
                <a:ea typeface="Courier New"/>
                <a:cs typeface="Courier New"/>
              </a:defRPr>
            </a:lvl7pPr>
            <a:lvl8pPr>
              <a:defRPr sz="975" b="0">
                <a:solidFill>
                  <a:srgbClr val="0A0A0A"/>
                </a:solidFill>
                <a:latin typeface="Courier New"/>
                <a:ea typeface="Courier New"/>
                <a:cs typeface="Courier New"/>
              </a:defRPr>
            </a:lvl8pPr>
            <a:lvl9pPr>
              <a:defRPr sz="975" b="0">
                <a:solidFill>
                  <a:srgbClr val="0A0A0A"/>
                </a:solidFill>
                <a:latin typeface="Courier New"/>
                <a:ea typeface="Courier New"/>
                <a:cs typeface="Courier New"/>
              </a:defRPr>
            </a:lvl9pPr>
          </a:lstStyle>
          <a:p xmlns:a="http://schemas.openxmlformats.org/drawingml/2006/main">
            <a:pPr>
              <a:defRPr sz="975" b="0">
                <a:solidFill>
                  <a:srgbClr val="0A0A0A"/>
                </a:solidFill>
                <a:latin typeface="Courier New"/>
                <a:ea typeface="Courier New"/>
                <a:cs typeface="Courier New"/>
              </a:defRPr>
            </a:pPr>
            <a:r>
              <a:rPr sz="975" b="0">
                <a:solidFill>
                  <a:srgbClr val="0A0A0A"/>
                </a:solidFill>
                <a:latin typeface="Courier New"/>
                <a:ea typeface="Courier New"/>
                <a:cs typeface="Courier New"/>
              </a:rPr>
              <a:t>06 / PROPOSED METHODOLOGY</a:t>
            </a:r>
          </a:p>
        </p:txBody>
      </p:sp>
      <p:sp>
        <p:nvSpPr>
          <p:cNvPr id="2" name="">
            <a:extLst xmlns:a="http://schemas.openxmlformats.org/drawingml/2006/main">
              <a:ext uri="{FF2B5EF4-FFF2-40B4-BE49-F238E27FC236}">
                <a16:creationId xmlns:a16="http://schemas.microsoft.com/office/drawing/2014/main" id="{451DF3E7-E367-411B-A4FE-F56726B700BB}"/>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E8004FF1-D39F-42C3-8D77-03A3A2E75AB0}"/>
              </a:ext>
            </a:extLst>
          </p:cNvPr>
          <p:cNvSpPr>
            <a:spLocks xmlns:a="http://schemas.openxmlformats.org/drawingml/2006/main" noGrp="1"/>
          </p:cNvSpPr>
          <p:nvPr/>
        </p:nvSpPr>
        <p:spPr>
          <a:xfrm xmlns:a="http://schemas.openxmlformats.org/drawingml/2006/main">
            <a:off x="571500" y="457200"/>
            <a:ext cx="3374199"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002FA7"/>
                </a:solidFill>
                <a:latin typeface="Arial"/>
                <a:ea typeface="Arial"/>
                <a:cs typeface="Arial"/>
              </a:defRPr>
            </a:defPPr>
            <a:lvl1pPr>
              <a:defRPr sz="1950" b="1">
                <a:solidFill>
                  <a:srgbClr val="002FA7"/>
                </a:solidFill>
                <a:latin typeface="Arial"/>
                <a:ea typeface="Arial"/>
                <a:cs typeface="Arial"/>
              </a:defRPr>
            </a:lvl1pPr>
            <a:lvl2pPr>
              <a:defRPr sz="1950" b="1">
                <a:solidFill>
                  <a:srgbClr val="002FA7"/>
                </a:solidFill>
                <a:latin typeface="Arial"/>
                <a:ea typeface="Arial"/>
                <a:cs typeface="Arial"/>
              </a:defRPr>
            </a:lvl2pPr>
            <a:lvl3pPr>
              <a:defRPr sz="1950" b="1">
                <a:solidFill>
                  <a:srgbClr val="002FA7"/>
                </a:solidFill>
                <a:latin typeface="Arial"/>
                <a:ea typeface="Arial"/>
                <a:cs typeface="Arial"/>
              </a:defRPr>
            </a:lvl3pPr>
            <a:lvl4pPr>
              <a:defRPr sz="1950" b="1">
                <a:solidFill>
                  <a:srgbClr val="002FA7"/>
                </a:solidFill>
                <a:latin typeface="Arial"/>
                <a:ea typeface="Arial"/>
                <a:cs typeface="Arial"/>
              </a:defRPr>
            </a:lvl4pPr>
            <a:lvl5pPr>
              <a:defRPr sz="1950" b="1">
                <a:solidFill>
                  <a:srgbClr val="002FA7"/>
                </a:solidFill>
                <a:latin typeface="Arial"/>
                <a:ea typeface="Arial"/>
                <a:cs typeface="Arial"/>
              </a:defRPr>
            </a:lvl5pPr>
            <a:lvl6pPr>
              <a:defRPr sz="1950" b="1">
                <a:solidFill>
                  <a:srgbClr val="002FA7"/>
                </a:solidFill>
                <a:latin typeface="Arial"/>
                <a:ea typeface="Arial"/>
                <a:cs typeface="Arial"/>
              </a:defRPr>
            </a:lvl6pPr>
            <a:lvl7pPr>
              <a:defRPr sz="1950" b="1">
                <a:solidFill>
                  <a:srgbClr val="002FA7"/>
                </a:solidFill>
                <a:latin typeface="Arial"/>
                <a:ea typeface="Arial"/>
                <a:cs typeface="Arial"/>
              </a:defRPr>
            </a:lvl7pPr>
            <a:lvl8pPr>
              <a:defRPr sz="1950" b="1">
                <a:solidFill>
                  <a:srgbClr val="002FA7"/>
                </a:solidFill>
                <a:latin typeface="Arial"/>
                <a:ea typeface="Arial"/>
                <a:cs typeface="Arial"/>
              </a:defRPr>
            </a:lvl8pPr>
            <a:lvl9pPr>
              <a:defRPr sz="1950" b="1">
                <a:solidFill>
                  <a:srgbClr val="002FA7"/>
                </a:solidFill>
                <a:latin typeface="Arial"/>
                <a:ea typeface="Arial"/>
                <a:cs typeface="Arial"/>
              </a:defRPr>
            </a:lvl9pPr>
          </a:lstStyle>
          <a:p xmlns:a="http://schemas.openxmlformats.org/drawingml/2006/main">
            <a:pPr>
              <a:defRPr sz="1950" b="1">
                <a:solidFill>
                  <a:srgbClr val="002FA7"/>
                </a:solidFill>
                <a:latin typeface="Arial"/>
                <a:ea typeface="Arial"/>
                <a:cs typeface="Arial"/>
              </a:defRPr>
            </a:pPr>
            <a:r>
              <a:rPr sz="1950" b="1">
                <a:solidFill>
                  <a:srgbClr val="002FA7"/>
                </a:solidFill>
                <a:latin typeface="Arial"/>
                <a:ea typeface="Arial"/>
                <a:cs typeface="Arial"/>
              </a:rPr>
              <a:t>Proposed Methodology</a:t>
            </a:r>
          </a:p>
        </p:txBody>
      </p:sp>
      <p:sp>
        <p:nvSpPr>
          <p:cNvPr id="4" name="">
            <a:extLst xmlns:a="http://schemas.openxmlformats.org/drawingml/2006/main">
              <a:ext uri="{FF2B5EF4-FFF2-40B4-BE49-F238E27FC236}">
                <a16:creationId xmlns:a16="http://schemas.microsoft.com/office/drawing/2014/main" id="{92FA46FB-3F21-4C9D-BA16-D6387D5E1082}"/>
              </a:ext>
            </a:extLst>
          </p:cNvPr>
          <p:cNvSpPr>
            <a:spLocks xmlns:a="http://schemas.openxmlformats.org/drawingml/2006/main" noGrp="1"/>
          </p:cNvSpPr>
          <p:nvPr/>
        </p:nvSpPr>
        <p:spPr>
          <a:xfrm xmlns:a="http://schemas.openxmlformats.org/drawingml/2006/main">
            <a:off x="571500" y="914400"/>
            <a:ext cx="2576513" cy="47625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5" name="text-5">
            <a:extLst xmlns:a="http://schemas.openxmlformats.org/drawingml/2006/main">
              <a:ext uri="{FF2B5EF4-FFF2-40B4-BE49-F238E27FC236}">
                <a16:creationId xmlns:a16="http://schemas.microsoft.com/office/drawing/2014/main" id="{5567D038-086A-412B-B849-83F0F17358F1}"/>
              </a:ext>
            </a:extLst>
          </p:cNvPr>
          <p:cNvSpPr>
            <a:spLocks xmlns:a="http://schemas.openxmlformats.org/drawingml/2006/main" noGrp="1"/>
          </p:cNvSpPr>
          <p:nvPr/>
        </p:nvSpPr>
        <p:spPr>
          <a:xfrm xmlns:a="http://schemas.openxmlformats.org/drawingml/2006/main">
            <a:off x="1319510" y="1028700"/>
            <a:ext cx="1451369"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FFFFFF"/>
                </a:solidFill>
                <a:latin typeface="Arial"/>
                <a:ea typeface="Arial"/>
                <a:cs typeface="Arial"/>
              </a:defRPr>
            </a:defPPr>
            <a:lvl1pPr>
              <a:defRPr sz="975" b="1">
                <a:solidFill>
                  <a:srgbClr val="FFFFFF"/>
                </a:solidFill>
                <a:latin typeface="Arial"/>
                <a:ea typeface="Arial"/>
                <a:cs typeface="Arial"/>
              </a:defRPr>
            </a:lvl1pPr>
            <a:lvl2pPr>
              <a:defRPr sz="975" b="1">
                <a:solidFill>
                  <a:srgbClr val="FFFFFF"/>
                </a:solidFill>
                <a:latin typeface="Arial"/>
                <a:ea typeface="Arial"/>
                <a:cs typeface="Arial"/>
              </a:defRPr>
            </a:lvl2pPr>
            <a:lvl3pPr>
              <a:defRPr sz="975" b="1">
                <a:solidFill>
                  <a:srgbClr val="FFFFFF"/>
                </a:solidFill>
                <a:latin typeface="Arial"/>
                <a:ea typeface="Arial"/>
                <a:cs typeface="Arial"/>
              </a:defRPr>
            </a:lvl3pPr>
            <a:lvl4pPr>
              <a:defRPr sz="975" b="1">
                <a:solidFill>
                  <a:srgbClr val="FFFFFF"/>
                </a:solidFill>
                <a:latin typeface="Arial"/>
                <a:ea typeface="Arial"/>
                <a:cs typeface="Arial"/>
              </a:defRPr>
            </a:lvl4pPr>
            <a:lvl5pPr>
              <a:defRPr sz="975" b="1">
                <a:solidFill>
                  <a:srgbClr val="FFFFFF"/>
                </a:solidFill>
                <a:latin typeface="Arial"/>
                <a:ea typeface="Arial"/>
                <a:cs typeface="Arial"/>
              </a:defRPr>
            </a:lvl5pPr>
            <a:lvl6pPr>
              <a:defRPr sz="975" b="1">
                <a:solidFill>
                  <a:srgbClr val="FFFFFF"/>
                </a:solidFill>
                <a:latin typeface="Arial"/>
                <a:ea typeface="Arial"/>
                <a:cs typeface="Arial"/>
              </a:defRPr>
            </a:lvl6pPr>
            <a:lvl7pPr>
              <a:defRPr sz="975" b="1">
                <a:solidFill>
                  <a:srgbClr val="FFFFFF"/>
                </a:solidFill>
                <a:latin typeface="Arial"/>
                <a:ea typeface="Arial"/>
                <a:cs typeface="Arial"/>
              </a:defRPr>
            </a:lvl7pPr>
            <a:lvl8pPr>
              <a:defRPr sz="975" b="1">
                <a:solidFill>
                  <a:srgbClr val="FFFFFF"/>
                </a:solidFill>
                <a:latin typeface="Arial"/>
                <a:ea typeface="Arial"/>
                <a:cs typeface="Arial"/>
              </a:defRPr>
            </a:lvl8pPr>
            <a:lvl9pPr>
              <a:defRPr sz="975" b="1">
                <a:solidFill>
                  <a:srgbClr val="FFFFFF"/>
                </a:solidFill>
                <a:latin typeface="Arial"/>
                <a:ea typeface="Arial"/>
                <a:cs typeface="Arial"/>
              </a:defRPr>
            </a:lvl9pPr>
          </a:lstStyle>
          <a:p xmlns:a="http://schemas.openxmlformats.org/drawingml/2006/main">
            <a:pPr>
              <a:defRPr sz="975" b="1">
                <a:solidFill>
                  <a:srgbClr val="FFFFFF"/>
                </a:solidFill>
                <a:latin typeface="Arial"/>
                <a:ea typeface="Arial"/>
                <a:cs typeface="Arial"/>
              </a:defRPr>
            </a:pPr>
            <a:r>
              <a:rPr sz="975" b="1">
                <a:solidFill>
                  <a:srgbClr val="FFFFFF"/>
                </a:solidFill>
                <a:latin typeface="Arial"/>
                <a:ea typeface="Arial"/>
                <a:cs typeface="Arial"/>
              </a:rPr>
              <a:t>Dataset Collection</a:t>
            </a:r>
          </a:p>
        </p:txBody>
      </p:sp>
      <p:sp>
        <p:nvSpPr>
          <p:cNvPr id="6" name="text-6">
            <a:extLst xmlns:a="http://schemas.openxmlformats.org/drawingml/2006/main">
              <a:ext uri="{FF2B5EF4-FFF2-40B4-BE49-F238E27FC236}">
                <a16:creationId xmlns:a16="http://schemas.microsoft.com/office/drawing/2014/main" id="{D6E013AA-CB77-45C5-BE6D-78FCFDAFA5C7}"/>
              </a:ext>
            </a:extLst>
          </p:cNvPr>
          <p:cNvSpPr>
            <a:spLocks xmlns:a="http://schemas.openxmlformats.org/drawingml/2006/main" noGrp="1"/>
          </p:cNvSpPr>
          <p:nvPr/>
        </p:nvSpPr>
        <p:spPr>
          <a:xfrm xmlns:a="http://schemas.openxmlformats.org/drawingml/2006/main">
            <a:off x="1345257" y="1171575"/>
            <a:ext cx="1388727"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50" b="0">
                <a:solidFill>
                  <a:srgbClr val="B3C1E5"/>
                </a:solidFill>
                <a:latin typeface="Courier New"/>
                <a:ea typeface="Courier New"/>
                <a:cs typeface="Courier New"/>
              </a:defRPr>
            </a:defPPr>
            <a:lvl1pPr>
              <a:defRPr sz="750" b="0">
                <a:solidFill>
                  <a:srgbClr val="B3C1E5"/>
                </a:solidFill>
                <a:latin typeface="Courier New"/>
                <a:ea typeface="Courier New"/>
                <a:cs typeface="Courier New"/>
              </a:defRPr>
            </a:lvl1pPr>
            <a:lvl2pPr>
              <a:defRPr sz="750" b="0">
                <a:solidFill>
                  <a:srgbClr val="B3C1E5"/>
                </a:solidFill>
                <a:latin typeface="Courier New"/>
                <a:ea typeface="Courier New"/>
                <a:cs typeface="Courier New"/>
              </a:defRPr>
            </a:lvl2pPr>
            <a:lvl3pPr>
              <a:defRPr sz="750" b="0">
                <a:solidFill>
                  <a:srgbClr val="B3C1E5"/>
                </a:solidFill>
                <a:latin typeface="Courier New"/>
                <a:ea typeface="Courier New"/>
                <a:cs typeface="Courier New"/>
              </a:defRPr>
            </a:lvl3pPr>
            <a:lvl4pPr>
              <a:defRPr sz="750" b="0">
                <a:solidFill>
                  <a:srgbClr val="B3C1E5"/>
                </a:solidFill>
                <a:latin typeface="Courier New"/>
                <a:ea typeface="Courier New"/>
                <a:cs typeface="Courier New"/>
              </a:defRPr>
            </a:lvl4pPr>
            <a:lvl5pPr>
              <a:defRPr sz="750" b="0">
                <a:solidFill>
                  <a:srgbClr val="B3C1E5"/>
                </a:solidFill>
                <a:latin typeface="Courier New"/>
                <a:ea typeface="Courier New"/>
                <a:cs typeface="Courier New"/>
              </a:defRPr>
            </a:lvl5pPr>
            <a:lvl6pPr>
              <a:defRPr sz="750" b="0">
                <a:solidFill>
                  <a:srgbClr val="B3C1E5"/>
                </a:solidFill>
                <a:latin typeface="Courier New"/>
                <a:ea typeface="Courier New"/>
                <a:cs typeface="Courier New"/>
              </a:defRPr>
            </a:lvl6pPr>
            <a:lvl7pPr>
              <a:defRPr sz="750" b="0">
                <a:solidFill>
                  <a:srgbClr val="B3C1E5"/>
                </a:solidFill>
                <a:latin typeface="Courier New"/>
                <a:ea typeface="Courier New"/>
                <a:cs typeface="Courier New"/>
              </a:defRPr>
            </a:lvl7pPr>
            <a:lvl8pPr>
              <a:defRPr sz="750" b="0">
                <a:solidFill>
                  <a:srgbClr val="B3C1E5"/>
                </a:solidFill>
                <a:latin typeface="Courier New"/>
                <a:ea typeface="Courier New"/>
                <a:cs typeface="Courier New"/>
              </a:defRPr>
            </a:lvl8pPr>
            <a:lvl9pPr>
              <a:defRPr sz="750" b="0">
                <a:solidFill>
                  <a:srgbClr val="B3C1E5"/>
                </a:solidFill>
                <a:latin typeface="Courier New"/>
                <a:ea typeface="Courier New"/>
                <a:cs typeface="Courier New"/>
              </a:defRPr>
            </a:lvl9pPr>
          </a:lstStyle>
          <a:p xmlns:a="http://schemas.openxmlformats.org/drawingml/2006/main">
            <a:pPr>
              <a:defRPr sz="750" b="0">
                <a:solidFill>
                  <a:srgbClr val="B3C1E5"/>
                </a:solidFill>
                <a:latin typeface="Courier New"/>
                <a:ea typeface="Courier New"/>
                <a:cs typeface="Courier New"/>
              </a:defRPr>
            </a:pPr>
            <a:r>
              <a:rPr sz="750" b="0">
                <a:solidFill>
                  <a:srgbClr val="B3C1E5"/>
                </a:solidFill>
                <a:latin typeface="Courier New"/>
                <a:ea typeface="Courier New"/>
                <a:cs typeface="Courier New"/>
              </a:rPr>
              <a:t>IBM Telco · Kaggle</a:t>
            </a:r>
          </a:p>
        </p:txBody>
      </p:sp>
      <p:sp>
        <p:nvSpPr>
          <p:cNvPr id="7" name="">
            <a:extLst xmlns:a="http://schemas.openxmlformats.org/drawingml/2006/main">
              <a:ext uri="{FF2B5EF4-FFF2-40B4-BE49-F238E27FC236}">
                <a16:creationId xmlns:a16="http://schemas.microsoft.com/office/drawing/2014/main" id="{3304DCCF-CA0F-4D3A-AE44-EC9F68647C02}"/>
              </a:ext>
            </a:extLst>
          </p:cNvPr>
          <p:cNvSpPr>
            <a:spLocks xmlns:a="http://schemas.openxmlformats.org/drawingml/2006/main" noGrp="1"/>
          </p:cNvSpPr>
          <p:nvPr/>
        </p:nvSpPr>
        <p:spPr>
          <a:xfrm xmlns:a="http://schemas.openxmlformats.org/drawingml/2006/main">
            <a:off x="3376613" y="904875"/>
            <a:ext cx="2595563" cy="4953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8" name="text-8">
            <a:extLst xmlns:a="http://schemas.openxmlformats.org/drawingml/2006/main">
              <a:ext uri="{FF2B5EF4-FFF2-40B4-BE49-F238E27FC236}">
                <a16:creationId xmlns:a16="http://schemas.microsoft.com/office/drawing/2014/main" id="{73E9EABB-96C2-4B5C-BE99-806EFEB70C34}"/>
              </a:ext>
            </a:extLst>
          </p:cNvPr>
          <p:cNvSpPr>
            <a:spLocks xmlns:a="http://schemas.openxmlformats.org/drawingml/2006/main" noGrp="1"/>
          </p:cNvSpPr>
          <p:nvPr/>
        </p:nvSpPr>
        <p:spPr>
          <a:xfrm xmlns:a="http://schemas.openxmlformats.org/drawingml/2006/main">
            <a:off x="4092773" y="1028700"/>
            <a:ext cx="155232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0A0A0A"/>
                </a:solidFill>
                <a:latin typeface="Arial"/>
                <a:ea typeface="Arial"/>
                <a:cs typeface="Arial"/>
              </a:defRPr>
            </a:defPPr>
            <a:lvl1pPr>
              <a:defRPr sz="975" b="1">
                <a:solidFill>
                  <a:srgbClr val="0A0A0A"/>
                </a:solidFill>
                <a:latin typeface="Arial"/>
                <a:ea typeface="Arial"/>
                <a:cs typeface="Arial"/>
              </a:defRPr>
            </a:lvl1pPr>
            <a:lvl2pPr>
              <a:defRPr sz="975" b="1">
                <a:solidFill>
                  <a:srgbClr val="0A0A0A"/>
                </a:solidFill>
                <a:latin typeface="Arial"/>
                <a:ea typeface="Arial"/>
                <a:cs typeface="Arial"/>
              </a:defRPr>
            </a:lvl2pPr>
            <a:lvl3pPr>
              <a:defRPr sz="975" b="1">
                <a:solidFill>
                  <a:srgbClr val="0A0A0A"/>
                </a:solidFill>
                <a:latin typeface="Arial"/>
                <a:ea typeface="Arial"/>
                <a:cs typeface="Arial"/>
              </a:defRPr>
            </a:lvl3pPr>
            <a:lvl4pPr>
              <a:defRPr sz="975" b="1">
                <a:solidFill>
                  <a:srgbClr val="0A0A0A"/>
                </a:solidFill>
                <a:latin typeface="Arial"/>
                <a:ea typeface="Arial"/>
                <a:cs typeface="Arial"/>
              </a:defRPr>
            </a:lvl4pPr>
            <a:lvl5pPr>
              <a:defRPr sz="975" b="1">
                <a:solidFill>
                  <a:srgbClr val="0A0A0A"/>
                </a:solidFill>
                <a:latin typeface="Arial"/>
                <a:ea typeface="Arial"/>
                <a:cs typeface="Arial"/>
              </a:defRPr>
            </a:lvl5pPr>
            <a:lvl6pPr>
              <a:defRPr sz="975" b="1">
                <a:solidFill>
                  <a:srgbClr val="0A0A0A"/>
                </a:solidFill>
                <a:latin typeface="Arial"/>
                <a:ea typeface="Arial"/>
                <a:cs typeface="Arial"/>
              </a:defRPr>
            </a:lvl6pPr>
            <a:lvl7pPr>
              <a:defRPr sz="975" b="1">
                <a:solidFill>
                  <a:srgbClr val="0A0A0A"/>
                </a:solidFill>
                <a:latin typeface="Arial"/>
                <a:ea typeface="Arial"/>
                <a:cs typeface="Arial"/>
              </a:defRPr>
            </a:lvl7pPr>
            <a:lvl8pPr>
              <a:defRPr sz="975" b="1">
                <a:solidFill>
                  <a:srgbClr val="0A0A0A"/>
                </a:solidFill>
                <a:latin typeface="Arial"/>
                <a:ea typeface="Arial"/>
                <a:cs typeface="Arial"/>
              </a:defRPr>
            </a:lvl8pPr>
            <a:lvl9pPr>
              <a:defRPr sz="975" b="1">
                <a:solidFill>
                  <a:srgbClr val="0A0A0A"/>
                </a:solidFill>
                <a:latin typeface="Arial"/>
                <a:ea typeface="Arial"/>
                <a:cs typeface="Arial"/>
              </a:defRPr>
            </a:lvl9pPr>
          </a:lstStyle>
          <a:p xmlns:a="http://schemas.openxmlformats.org/drawingml/2006/main">
            <a:pPr>
              <a:defRPr sz="975" b="1">
                <a:solidFill>
                  <a:srgbClr val="0A0A0A"/>
                </a:solidFill>
                <a:latin typeface="Arial"/>
                <a:ea typeface="Arial"/>
                <a:cs typeface="Arial"/>
              </a:defRPr>
            </a:pPr>
            <a:r>
              <a:rPr sz="975" b="1">
                <a:solidFill>
                  <a:srgbClr val="0A0A0A"/>
                </a:solidFill>
                <a:latin typeface="Arial"/>
                <a:ea typeface="Arial"/>
                <a:cs typeface="Arial"/>
              </a:rPr>
              <a:t>Data Preprocessing</a:t>
            </a:r>
          </a:p>
        </p:txBody>
      </p:sp>
      <p:sp>
        <p:nvSpPr>
          <p:cNvPr id="9" name="text-9">
            <a:extLst xmlns:a="http://schemas.openxmlformats.org/drawingml/2006/main">
              <a:ext uri="{FF2B5EF4-FFF2-40B4-BE49-F238E27FC236}">
                <a16:creationId xmlns:a16="http://schemas.microsoft.com/office/drawing/2014/main" id="{D92D9D57-7E87-4E15-ADCE-50DA12F56804}"/>
              </a:ext>
            </a:extLst>
          </p:cNvPr>
          <p:cNvSpPr>
            <a:spLocks xmlns:a="http://schemas.openxmlformats.org/drawingml/2006/main" noGrp="1"/>
          </p:cNvSpPr>
          <p:nvPr/>
        </p:nvSpPr>
        <p:spPr>
          <a:xfrm xmlns:a="http://schemas.openxmlformats.org/drawingml/2006/main">
            <a:off x="3673971" y="1171575"/>
            <a:ext cx="2574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50" b="0">
                <a:solidFill>
                  <a:srgbClr val="888888"/>
                </a:solidFill>
                <a:latin typeface="Courier New"/>
                <a:ea typeface="Courier New"/>
                <a:cs typeface="Courier New"/>
              </a:defRPr>
            </a:defPPr>
            <a:lvl1pPr>
              <a:defRPr sz="750" b="0">
                <a:solidFill>
                  <a:srgbClr val="888888"/>
                </a:solidFill>
                <a:latin typeface="Courier New"/>
                <a:ea typeface="Courier New"/>
                <a:cs typeface="Courier New"/>
              </a:defRPr>
            </a:lvl1pPr>
            <a:lvl2pPr>
              <a:defRPr sz="750" b="0">
                <a:solidFill>
                  <a:srgbClr val="888888"/>
                </a:solidFill>
                <a:latin typeface="Courier New"/>
                <a:ea typeface="Courier New"/>
                <a:cs typeface="Courier New"/>
              </a:defRPr>
            </a:lvl2pPr>
            <a:lvl3pPr>
              <a:defRPr sz="750" b="0">
                <a:solidFill>
                  <a:srgbClr val="888888"/>
                </a:solidFill>
                <a:latin typeface="Courier New"/>
                <a:ea typeface="Courier New"/>
                <a:cs typeface="Courier New"/>
              </a:defRPr>
            </a:lvl3pPr>
            <a:lvl4pPr>
              <a:defRPr sz="750" b="0">
                <a:solidFill>
                  <a:srgbClr val="888888"/>
                </a:solidFill>
                <a:latin typeface="Courier New"/>
                <a:ea typeface="Courier New"/>
                <a:cs typeface="Courier New"/>
              </a:defRPr>
            </a:lvl4pPr>
            <a:lvl5pPr>
              <a:defRPr sz="750" b="0">
                <a:solidFill>
                  <a:srgbClr val="888888"/>
                </a:solidFill>
                <a:latin typeface="Courier New"/>
                <a:ea typeface="Courier New"/>
                <a:cs typeface="Courier New"/>
              </a:defRPr>
            </a:lvl5pPr>
            <a:lvl6pPr>
              <a:defRPr sz="750" b="0">
                <a:solidFill>
                  <a:srgbClr val="888888"/>
                </a:solidFill>
                <a:latin typeface="Courier New"/>
                <a:ea typeface="Courier New"/>
                <a:cs typeface="Courier New"/>
              </a:defRPr>
            </a:lvl6pPr>
            <a:lvl7pPr>
              <a:defRPr sz="750" b="0">
                <a:solidFill>
                  <a:srgbClr val="888888"/>
                </a:solidFill>
                <a:latin typeface="Courier New"/>
                <a:ea typeface="Courier New"/>
                <a:cs typeface="Courier New"/>
              </a:defRPr>
            </a:lvl7pPr>
            <a:lvl8pPr>
              <a:defRPr sz="750" b="0">
                <a:solidFill>
                  <a:srgbClr val="888888"/>
                </a:solidFill>
                <a:latin typeface="Courier New"/>
                <a:ea typeface="Courier New"/>
                <a:cs typeface="Courier New"/>
              </a:defRPr>
            </a:lvl8pPr>
            <a:lvl9pPr>
              <a:defRPr sz="750" b="0">
                <a:solidFill>
                  <a:srgbClr val="888888"/>
                </a:solidFill>
                <a:latin typeface="Courier New"/>
                <a:ea typeface="Courier New"/>
                <a:cs typeface="Courier New"/>
              </a:defRPr>
            </a:lvl9pPr>
          </a:lstStyle>
          <a:p xmlns:a="http://schemas.openxmlformats.org/drawingml/2006/main">
            <a:pPr>
              <a:defRPr sz="750" b="0">
                <a:solidFill>
                  <a:srgbClr val="888888"/>
                </a:solidFill>
                <a:latin typeface="Courier New"/>
                <a:ea typeface="Courier New"/>
                <a:cs typeface="Courier New"/>
              </a:defRPr>
            </a:pPr>
            <a:r>
              <a:rPr sz="750" b="0">
                <a:solidFill>
                  <a:srgbClr val="888888"/>
                </a:solidFill>
                <a:latin typeface="Courier New"/>
                <a:ea typeface="Courier New"/>
                <a:cs typeface="Courier New"/>
              </a:rPr>
              <a:t>Missing values · Encoding · Scaling</a:t>
            </a:r>
          </a:p>
        </p:txBody>
      </p:sp>
      <p:sp>
        <p:nvSpPr>
          <p:cNvPr id="10" name="">
            <a:extLst xmlns:a="http://schemas.openxmlformats.org/drawingml/2006/main">
              <a:ext uri="{FF2B5EF4-FFF2-40B4-BE49-F238E27FC236}">
                <a16:creationId xmlns:a16="http://schemas.microsoft.com/office/drawing/2014/main" id="{51BD6EFF-59B2-467E-8D56-59E5B1481C47}"/>
              </a:ext>
            </a:extLst>
          </p:cNvPr>
          <p:cNvSpPr>
            <a:spLocks xmlns:a="http://schemas.openxmlformats.org/drawingml/2006/main" noGrp="1"/>
          </p:cNvSpPr>
          <p:nvPr/>
        </p:nvSpPr>
        <p:spPr>
          <a:xfrm xmlns:a="http://schemas.openxmlformats.org/drawingml/2006/main">
            <a:off x="6200775" y="904875"/>
            <a:ext cx="2595563" cy="4953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1" name="text-11">
            <a:extLst xmlns:a="http://schemas.openxmlformats.org/drawingml/2006/main">
              <a:ext uri="{FF2B5EF4-FFF2-40B4-BE49-F238E27FC236}">
                <a16:creationId xmlns:a16="http://schemas.microsoft.com/office/drawing/2014/main" id="{9E443D7B-FCE8-4C42-A775-4890C190E3A4}"/>
              </a:ext>
            </a:extLst>
          </p:cNvPr>
          <p:cNvSpPr>
            <a:spLocks xmlns:a="http://schemas.openxmlformats.org/drawingml/2006/main" noGrp="1"/>
          </p:cNvSpPr>
          <p:nvPr/>
        </p:nvSpPr>
        <p:spPr>
          <a:xfrm xmlns:a="http://schemas.openxmlformats.org/drawingml/2006/main">
            <a:off x="6899821" y="1028700"/>
            <a:ext cx="159408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0A0A0A"/>
                </a:solidFill>
                <a:latin typeface="Arial"/>
                <a:ea typeface="Arial"/>
                <a:cs typeface="Arial"/>
              </a:defRPr>
            </a:defPPr>
            <a:lvl1pPr>
              <a:defRPr sz="975" b="1">
                <a:solidFill>
                  <a:srgbClr val="0A0A0A"/>
                </a:solidFill>
                <a:latin typeface="Arial"/>
                <a:ea typeface="Arial"/>
                <a:cs typeface="Arial"/>
              </a:defRPr>
            </a:lvl1pPr>
            <a:lvl2pPr>
              <a:defRPr sz="975" b="1">
                <a:solidFill>
                  <a:srgbClr val="0A0A0A"/>
                </a:solidFill>
                <a:latin typeface="Arial"/>
                <a:ea typeface="Arial"/>
                <a:cs typeface="Arial"/>
              </a:defRPr>
            </a:lvl2pPr>
            <a:lvl3pPr>
              <a:defRPr sz="975" b="1">
                <a:solidFill>
                  <a:srgbClr val="0A0A0A"/>
                </a:solidFill>
                <a:latin typeface="Arial"/>
                <a:ea typeface="Arial"/>
                <a:cs typeface="Arial"/>
              </a:defRPr>
            </a:lvl3pPr>
            <a:lvl4pPr>
              <a:defRPr sz="975" b="1">
                <a:solidFill>
                  <a:srgbClr val="0A0A0A"/>
                </a:solidFill>
                <a:latin typeface="Arial"/>
                <a:ea typeface="Arial"/>
                <a:cs typeface="Arial"/>
              </a:defRPr>
            </a:lvl4pPr>
            <a:lvl5pPr>
              <a:defRPr sz="975" b="1">
                <a:solidFill>
                  <a:srgbClr val="0A0A0A"/>
                </a:solidFill>
                <a:latin typeface="Arial"/>
                <a:ea typeface="Arial"/>
                <a:cs typeface="Arial"/>
              </a:defRPr>
            </a:lvl5pPr>
            <a:lvl6pPr>
              <a:defRPr sz="975" b="1">
                <a:solidFill>
                  <a:srgbClr val="0A0A0A"/>
                </a:solidFill>
                <a:latin typeface="Arial"/>
                <a:ea typeface="Arial"/>
                <a:cs typeface="Arial"/>
              </a:defRPr>
            </a:lvl6pPr>
            <a:lvl7pPr>
              <a:defRPr sz="975" b="1">
                <a:solidFill>
                  <a:srgbClr val="0A0A0A"/>
                </a:solidFill>
                <a:latin typeface="Arial"/>
                <a:ea typeface="Arial"/>
                <a:cs typeface="Arial"/>
              </a:defRPr>
            </a:lvl7pPr>
            <a:lvl8pPr>
              <a:defRPr sz="975" b="1">
                <a:solidFill>
                  <a:srgbClr val="0A0A0A"/>
                </a:solidFill>
                <a:latin typeface="Arial"/>
                <a:ea typeface="Arial"/>
                <a:cs typeface="Arial"/>
              </a:defRPr>
            </a:lvl8pPr>
            <a:lvl9pPr>
              <a:defRPr sz="975" b="1">
                <a:solidFill>
                  <a:srgbClr val="0A0A0A"/>
                </a:solidFill>
                <a:latin typeface="Arial"/>
                <a:ea typeface="Arial"/>
                <a:cs typeface="Arial"/>
              </a:defRPr>
            </a:lvl9pPr>
          </a:lstStyle>
          <a:p xmlns:a="http://schemas.openxmlformats.org/drawingml/2006/main">
            <a:pPr>
              <a:defRPr sz="975" b="1">
                <a:solidFill>
                  <a:srgbClr val="0A0A0A"/>
                </a:solidFill>
                <a:latin typeface="Arial"/>
                <a:ea typeface="Arial"/>
                <a:cs typeface="Arial"/>
              </a:defRPr>
            </a:pPr>
            <a:r>
              <a:rPr sz="975" b="1">
                <a:solidFill>
                  <a:srgbClr val="0A0A0A"/>
                </a:solidFill>
                <a:latin typeface="Arial"/>
                <a:ea typeface="Arial"/>
                <a:cs typeface="Arial"/>
              </a:rPr>
              <a:t>Feature Engineering</a:t>
            </a:r>
          </a:p>
        </p:txBody>
      </p:sp>
      <p:sp>
        <p:nvSpPr>
          <p:cNvPr id="12" name="text-12">
            <a:extLst xmlns:a="http://schemas.openxmlformats.org/drawingml/2006/main">
              <a:ext uri="{FF2B5EF4-FFF2-40B4-BE49-F238E27FC236}">
                <a16:creationId xmlns:a16="http://schemas.microsoft.com/office/drawing/2014/main" id="{101244A4-D28C-42E7-A4E7-FE5B417570F6}"/>
              </a:ext>
            </a:extLst>
          </p:cNvPr>
          <p:cNvSpPr>
            <a:spLocks xmlns:a="http://schemas.openxmlformats.org/drawingml/2006/main" noGrp="1"/>
          </p:cNvSpPr>
          <p:nvPr/>
        </p:nvSpPr>
        <p:spPr>
          <a:xfrm xmlns:a="http://schemas.openxmlformats.org/drawingml/2006/main">
            <a:off x="6526709" y="1171575"/>
            <a:ext cx="2504477"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50" b="0">
                <a:solidFill>
                  <a:srgbClr val="888888"/>
                </a:solidFill>
                <a:latin typeface="Courier New"/>
                <a:ea typeface="Courier New"/>
                <a:cs typeface="Courier New"/>
              </a:defRPr>
            </a:defPPr>
            <a:lvl1pPr>
              <a:defRPr sz="750" b="0">
                <a:solidFill>
                  <a:srgbClr val="888888"/>
                </a:solidFill>
                <a:latin typeface="Courier New"/>
                <a:ea typeface="Courier New"/>
                <a:cs typeface="Courier New"/>
              </a:defRPr>
            </a:lvl1pPr>
            <a:lvl2pPr>
              <a:defRPr sz="750" b="0">
                <a:solidFill>
                  <a:srgbClr val="888888"/>
                </a:solidFill>
                <a:latin typeface="Courier New"/>
                <a:ea typeface="Courier New"/>
                <a:cs typeface="Courier New"/>
              </a:defRPr>
            </a:lvl2pPr>
            <a:lvl3pPr>
              <a:defRPr sz="750" b="0">
                <a:solidFill>
                  <a:srgbClr val="888888"/>
                </a:solidFill>
                <a:latin typeface="Courier New"/>
                <a:ea typeface="Courier New"/>
                <a:cs typeface="Courier New"/>
              </a:defRPr>
            </a:lvl3pPr>
            <a:lvl4pPr>
              <a:defRPr sz="750" b="0">
                <a:solidFill>
                  <a:srgbClr val="888888"/>
                </a:solidFill>
                <a:latin typeface="Courier New"/>
                <a:ea typeface="Courier New"/>
                <a:cs typeface="Courier New"/>
              </a:defRPr>
            </a:lvl4pPr>
            <a:lvl5pPr>
              <a:defRPr sz="750" b="0">
                <a:solidFill>
                  <a:srgbClr val="888888"/>
                </a:solidFill>
                <a:latin typeface="Courier New"/>
                <a:ea typeface="Courier New"/>
                <a:cs typeface="Courier New"/>
              </a:defRPr>
            </a:lvl5pPr>
            <a:lvl6pPr>
              <a:defRPr sz="750" b="0">
                <a:solidFill>
                  <a:srgbClr val="888888"/>
                </a:solidFill>
                <a:latin typeface="Courier New"/>
                <a:ea typeface="Courier New"/>
                <a:cs typeface="Courier New"/>
              </a:defRPr>
            </a:lvl6pPr>
            <a:lvl7pPr>
              <a:defRPr sz="750" b="0">
                <a:solidFill>
                  <a:srgbClr val="888888"/>
                </a:solidFill>
                <a:latin typeface="Courier New"/>
                <a:ea typeface="Courier New"/>
                <a:cs typeface="Courier New"/>
              </a:defRPr>
            </a:lvl7pPr>
            <a:lvl8pPr>
              <a:defRPr sz="750" b="0">
                <a:solidFill>
                  <a:srgbClr val="888888"/>
                </a:solidFill>
                <a:latin typeface="Courier New"/>
                <a:ea typeface="Courier New"/>
                <a:cs typeface="Courier New"/>
              </a:defRPr>
            </a:lvl8pPr>
            <a:lvl9pPr>
              <a:defRPr sz="750" b="0">
                <a:solidFill>
                  <a:srgbClr val="888888"/>
                </a:solidFill>
                <a:latin typeface="Courier New"/>
                <a:ea typeface="Courier New"/>
                <a:cs typeface="Courier New"/>
              </a:defRPr>
            </a:lvl9pPr>
          </a:lstStyle>
          <a:p xmlns:a="http://schemas.openxmlformats.org/drawingml/2006/main">
            <a:pPr>
              <a:defRPr sz="750" b="0">
                <a:solidFill>
                  <a:srgbClr val="888888"/>
                </a:solidFill>
                <a:latin typeface="Courier New"/>
                <a:ea typeface="Courier New"/>
                <a:cs typeface="Courier New"/>
              </a:defRPr>
            </a:pPr>
            <a:r>
              <a:rPr sz="750" b="0">
                <a:solidFill>
                  <a:srgbClr val="888888"/>
                </a:solidFill>
                <a:latin typeface="Courier New"/>
                <a:ea typeface="Courier New"/>
                <a:cs typeface="Courier New"/>
              </a:rPr>
              <a:t>Mutual Info · Selection · Creation</a:t>
            </a:r>
          </a:p>
        </p:txBody>
      </p:sp>
      <p:sp>
        <p:nvSpPr>
          <p:cNvPr id="13" name="">
            <a:extLst xmlns:a="http://schemas.openxmlformats.org/drawingml/2006/main">
              <a:ext uri="{FF2B5EF4-FFF2-40B4-BE49-F238E27FC236}">
                <a16:creationId xmlns:a16="http://schemas.microsoft.com/office/drawing/2014/main" id="{4F0FAD83-21FA-4D36-9DBD-A012FB57CCB3}"/>
              </a:ext>
            </a:extLst>
          </p:cNvPr>
          <p:cNvSpPr>
            <a:spLocks xmlns:a="http://schemas.openxmlformats.org/drawingml/2006/main" noGrp="1"/>
          </p:cNvSpPr>
          <p:nvPr/>
        </p:nvSpPr>
        <p:spPr>
          <a:xfrm xmlns:a="http://schemas.openxmlformats.org/drawingml/2006/main">
            <a:off x="9024938" y="904875"/>
            <a:ext cx="2595563" cy="4953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4" name="text-14">
            <a:extLst xmlns:a="http://schemas.openxmlformats.org/drawingml/2006/main">
              <a:ext uri="{FF2B5EF4-FFF2-40B4-BE49-F238E27FC236}">
                <a16:creationId xmlns:a16="http://schemas.microsoft.com/office/drawing/2014/main" id="{891AA309-4737-4742-8DF7-A35B23E803B4}"/>
              </a:ext>
            </a:extLst>
          </p:cNvPr>
          <p:cNvSpPr>
            <a:spLocks xmlns:a="http://schemas.openxmlformats.org/drawingml/2006/main" noGrp="1"/>
          </p:cNvSpPr>
          <p:nvPr/>
        </p:nvSpPr>
        <p:spPr>
          <a:xfrm xmlns:a="http://schemas.openxmlformats.org/drawingml/2006/main">
            <a:off x="9557593" y="1028700"/>
            <a:ext cx="200007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0A0A0A"/>
                </a:solidFill>
                <a:latin typeface="Arial"/>
                <a:ea typeface="Arial"/>
                <a:cs typeface="Arial"/>
              </a:defRPr>
            </a:defPPr>
            <a:lvl1pPr>
              <a:defRPr sz="975" b="1">
                <a:solidFill>
                  <a:srgbClr val="0A0A0A"/>
                </a:solidFill>
                <a:latin typeface="Arial"/>
                <a:ea typeface="Arial"/>
                <a:cs typeface="Arial"/>
              </a:defRPr>
            </a:lvl1pPr>
            <a:lvl2pPr>
              <a:defRPr sz="975" b="1">
                <a:solidFill>
                  <a:srgbClr val="0A0A0A"/>
                </a:solidFill>
                <a:latin typeface="Arial"/>
                <a:ea typeface="Arial"/>
                <a:cs typeface="Arial"/>
              </a:defRPr>
            </a:lvl2pPr>
            <a:lvl3pPr>
              <a:defRPr sz="975" b="1">
                <a:solidFill>
                  <a:srgbClr val="0A0A0A"/>
                </a:solidFill>
                <a:latin typeface="Arial"/>
                <a:ea typeface="Arial"/>
                <a:cs typeface="Arial"/>
              </a:defRPr>
            </a:lvl3pPr>
            <a:lvl4pPr>
              <a:defRPr sz="975" b="1">
                <a:solidFill>
                  <a:srgbClr val="0A0A0A"/>
                </a:solidFill>
                <a:latin typeface="Arial"/>
                <a:ea typeface="Arial"/>
                <a:cs typeface="Arial"/>
              </a:defRPr>
            </a:lvl4pPr>
            <a:lvl5pPr>
              <a:defRPr sz="975" b="1">
                <a:solidFill>
                  <a:srgbClr val="0A0A0A"/>
                </a:solidFill>
                <a:latin typeface="Arial"/>
                <a:ea typeface="Arial"/>
                <a:cs typeface="Arial"/>
              </a:defRPr>
            </a:lvl5pPr>
            <a:lvl6pPr>
              <a:defRPr sz="975" b="1">
                <a:solidFill>
                  <a:srgbClr val="0A0A0A"/>
                </a:solidFill>
                <a:latin typeface="Arial"/>
                <a:ea typeface="Arial"/>
                <a:cs typeface="Arial"/>
              </a:defRPr>
            </a:lvl6pPr>
            <a:lvl7pPr>
              <a:defRPr sz="975" b="1">
                <a:solidFill>
                  <a:srgbClr val="0A0A0A"/>
                </a:solidFill>
                <a:latin typeface="Arial"/>
                <a:ea typeface="Arial"/>
                <a:cs typeface="Arial"/>
              </a:defRPr>
            </a:lvl7pPr>
            <a:lvl8pPr>
              <a:defRPr sz="975" b="1">
                <a:solidFill>
                  <a:srgbClr val="0A0A0A"/>
                </a:solidFill>
                <a:latin typeface="Arial"/>
                <a:ea typeface="Arial"/>
                <a:cs typeface="Arial"/>
              </a:defRPr>
            </a:lvl8pPr>
            <a:lvl9pPr>
              <a:defRPr sz="975" b="1">
                <a:solidFill>
                  <a:srgbClr val="0A0A0A"/>
                </a:solidFill>
                <a:latin typeface="Arial"/>
                <a:ea typeface="Arial"/>
                <a:cs typeface="Arial"/>
              </a:defRPr>
            </a:lvl9pPr>
          </a:lstStyle>
          <a:p xmlns:a="http://schemas.openxmlformats.org/drawingml/2006/main">
            <a:pPr>
              <a:defRPr sz="975" b="1">
                <a:solidFill>
                  <a:srgbClr val="0A0A0A"/>
                </a:solidFill>
                <a:latin typeface="Arial"/>
                <a:ea typeface="Arial"/>
                <a:cs typeface="Arial"/>
              </a:defRPr>
            </a:pPr>
            <a:r>
              <a:rPr sz="975" b="1">
                <a:solidFill>
                  <a:srgbClr val="0A0A0A"/>
                </a:solidFill>
                <a:latin typeface="Arial"/>
                <a:ea typeface="Arial"/>
                <a:cs typeface="Arial"/>
              </a:rPr>
              <a:t>Exploratory Data Analysis</a:t>
            </a:r>
          </a:p>
        </p:txBody>
      </p:sp>
      <p:sp>
        <p:nvSpPr>
          <p:cNvPr id="15" name="text-15">
            <a:extLst xmlns:a="http://schemas.openxmlformats.org/drawingml/2006/main">
              <a:ext uri="{FF2B5EF4-FFF2-40B4-BE49-F238E27FC236}">
                <a16:creationId xmlns:a16="http://schemas.microsoft.com/office/drawing/2014/main" id="{BBBB2AB6-91D1-47D5-8CA0-CA509B7DB9C3}"/>
              </a:ext>
            </a:extLst>
          </p:cNvPr>
          <p:cNvSpPr>
            <a:spLocks xmlns:a="http://schemas.openxmlformats.org/drawingml/2006/main" noGrp="1"/>
          </p:cNvSpPr>
          <p:nvPr/>
        </p:nvSpPr>
        <p:spPr>
          <a:xfrm xmlns:a="http://schemas.openxmlformats.org/drawingml/2006/main">
            <a:off x="9236571" y="1171575"/>
            <a:ext cx="2707779"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50" b="0">
                <a:solidFill>
                  <a:srgbClr val="888888"/>
                </a:solidFill>
                <a:latin typeface="Courier New"/>
                <a:ea typeface="Courier New"/>
                <a:cs typeface="Courier New"/>
              </a:defRPr>
            </a:defPPr>
            <a:lvl1pPr>
              <a:defRPr sz="750" b="0">
                <a:solidFill>
                  <a:srgbClr val="888888"/>
                </a:solidFill>
                <a:latin typeface="Courier New"/>
                <a:ea typeface="Courier New"/>
                <a:cs typeface="Courier New"/>
              </a:defRPr>
            </a:lvl1pPr>
            <a:lvl2pPr>
              <a:defRPr sz="750" b="0">
                <a:solidFill>
                  <a:srgbClr val="888888"/>
                </a:solidFill>
                <a:latin typeface="Courier New"/>
                <a:ea typeface="Courier New"/>
                <a:cs typeface="Courier New"/>
              </a:defRPr>
            </a:lvl2pPr>
            <a:lvl3pPr>
              <a:defRPr sz="750" b="0">
                <a:solidFill>
                  <a:srgbClr val="888888"/>
                </a:solidFill>
                <a:latin typeface="Courier New"/>
                <a:ea typeface="Courier New"/>
                <a:cs typeface="Courier New"/>
              </a:defRPr>
            </a:lvl3pPr>
            <a:lvl4pPr>
              <a:defRPr sz="750" b="0">
                <a:solidFill>
                  <a:srgbClr val="888888"/>
                </a:solidFill>
                <a:latin typeface="Courier New"/>
                <a:ea typeface="Courier New"/>
                <a:cs typeface="Courier New"/>
              </a:defRPr>
            </a:lvl4pPr>
            <a:lvl5pPr>
              <a:defRPr sz="750" b="0">
                <a:solidFill>
                  <a:srgbClr val="888888"/>
                </a:solidFill>
                <a:latin typeface="Courier New"/>
                <a:ea typeface="Courier New"/>
                <a:cs typeface="Courier New"/>
              </a:defRPr>
            </a:lvl5pPr>
            <a:lvl6pPr>
              <a:defRPr sz="750" b="0">
                <a:solidFill>
                  <a:srgbClr val="888888"/>
                </a:solidFill>
                <a:latin typeface="Courier New"/>
                <a:ea typeface="Courier New"/>
                <a:cs typeface="Courier New"/>
              </a:defRPr>
            </a:lvl6pPr>
            <a:lvl7pPr>
              <a:defRPr sz="750" b="0">
                <a:solidFill>
                  <a:srgbClr val="888888"/>
                </a:solidFill>
                <a:latin typeface="Courier New"/>
                <a:ea typeface="Courier New"/>
                <a:cs typeface="Courier New"/>
              </a:defRPr>
            </a:lvl7pPr>
            <a:lvl8pPr>
              <a:defRPr sz="750" b="0">
                <a:solidFill>
                  <a:srgbClr val="888888"/>
                </a:solidFill>
                <a:latin typeface="Courier New"/>
                <a:ea typeface="Courier New"/>
                <a:cs typeface="Courier New"/>
              </a:defRPr>
            </a:lvl8pPr>
            <a:lvl9pPr>
              <a:defRPr sz="750" b="0">
                <a:solidFill>
                  <a:srgbClr val="888888"/>
                </a:solidFill>
                <a:latin typeface="Courier New"/>
                <a:ea typeface="Courier New"/>
                <a:cs typeface="Courier New"/>
              </a:defRPr>
            </a:lvl9pPr>
          </a:lstStyle>
          <a:p xmlns:a="http://schemas.openxmlformats.org/drawingml/2006/main">
            <a:pPr>
              <a:defRPr sz="750" b="0">
                <a:solidFill>
                  <a:srgbClr val="888888"/>
                </a:solidFill>
                <a:latin typeface="Courier New"/>
                <a:ea typeface="Courier New"/>
                <a:cs typeface="Courier New"/>
              </a:defRPr>
            </a:pPr>
            <a:r>
              <a:rPr sz="750" b="0">
                <a:solidFill>
                  <a:srgbClr val="888888"/>
                </a:solidFill>
                <a:latin typeface="Courier New"/>
                <a:ea typeface="Courier New"/>
                <a:cs typeface="Courier New"/>
              </a:rPr>
              <a:t>Visualization · Correlation · Patterns</a:t>
            </a:r>
          </a:p>
        </p:txBody>
      </p:sp>
      <p:sp>
        <p:nvSpPr>
          <p:cNvPr id="16" name="">
            <a:extLst xmlns:a="http://schemas.openxmlformats.org/drawingml/2006/main">
              <a:ext uri="{FF2B5EF4-FFF2-40B4-BE49-F238E27FC236}">
                <a16:creationId xmlns:a16="http://schemas.microsoft.com/office/drawing/2014/main" id="{544065E0-1C14-41F7-9F41-494CBC8E9412}"/>
              </a:ext>
            </a:extLst>
          </p:cNvPr>
          <p:cNvSpPr>
            <a:spLocks xmlns:a="http://schemas.openxmlformats.org/drawingml/2006/main" noGrp="1"/>
          </p:cNvSpPr>
          <p:nvPr/>
        </p:nvSpPr>
        <p:spPr>
          <a:xfrm xmlns:a="http://schemas.openxmlformats.org/drawingml/2006/main">
            <a:off x="571500" y="1476375"/>
            <a:ext cx="11049000" cy="638175"/>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7" name="text-17">
            <a:extLst xmlns:a="http://schemas.openxmlformats.org/drawingml/2006/main">
              <a:ext uri="{FF2B5EF4-FFF2-40B4-BE49-F238E27FC236}">
                <a16:creationId xmlns:a16="http://schemas.microsoft.com/office/drawing/2014/main" id="{0B2DF9D9-4B02-45E3-AC95-11A3A8187C1C}"/>
              </a:ext>
            </a:extLst>
          </p:cNvPr>
          <p:cNvSpPr>
            <a:spLocks xmlns:a="http://schemas.openxmlformats.org/drawingml/2006/main" noGrp="1"/>
          </p:cNvSpPr>
          <p:nvPr/>
        </p:nvSpPr>
        <p:spPr>
          <a:xfrm xmlns:a="http://schemas.openxmlformats.org/drawingml/2006/main">
            <a:off x="5612011" y="1590675"/>
            <a:ext cx="131410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FFFFFF"/>
                </a:solidFill>
                <a:latin typeface="Arial"/>
                <a:ea typeface="Arial"/>
                <a:cs typeface="Arial"/>
              </a:defRPr>
            </a:defPPr>
            <a:lvl1pPr>
              <a:defRPr sz="975" b="1">
                <a:solidFill>
                  <a:srgbClr val="FFFFFF"/>
                </a:solidFill>
                <a:latin typeface="Arial"/>
                <a:ea typeface="Arial"/>
                <a:cs typeface="Arial"/>
              </a:defRPr>
            </a:lvl1pPr>
            <a:lvl2pPr>
              <a:defRPr sz="975" b="1">
                <a:solidFill>
                  <a:srgbClr val="FFFFFF"/>
                </a:solidFill>
                <a:latin typeface="Arial"/>
                <a:ea typeface="Arial"/>
                <a:cs typeface="Arial"/>
              </a:defRPr>
            </a:lvl2pPr>
            <a:lvl3pPr>
              <a:defRPr sz="975" b="1">
                <a:solidFill>
                  <a:srgbClr val="FFFFFF"/>
                </a:solidFill>
                <a:latin typeface="Arial"/>
                <a:ea typeface="Arial"/>
                <a:cs typeface="Arial"/>
              </a:defRPr>
            </a:lvl3pPr>
            <a:lvl4pPr>
              <a:defRPr sz="975" b="1">
                <a:solidFill>
                  <a:srgbClr val="FFFFFF"/>
                </a:solidFill>
                <a:latin typeface="Arial"/>
                <a:ea typeface="Arial"/>
                <a:cs typeface="Arial"/>
              </a:defRPr>
            </a:lvl4pPr>
            <a:lvl5pPr>
              <a:defRPr sz="975" b="1">
                <a:solidFill>
                  <a:srgbClr val="FFFFFF"/>
                </a:solidFill>
                <a:latin typeface="Arial"/>
                <a:ea typeface="Arial"/>
                <a:cs typeface="Arial"/>
              </a:defRPr>
            </a:lvl5pPr>
            <a:lvl6pPr>
              <a:defRPr sz="975" b="1">
                <a:solidFill>
                  <a:srgbClr val="FFFFFF"/>
                </a:solidFill>
                <a:latin typeface="Arial"/>
                <a:ea typeface="Arial"/>
                <a:cs typeface="Arial"/>
              </a:defRPr>
            </a:lvl6pPr>
            <a:lvl7pPr>
              <a:defRPr sz="975" b="1">
                <a:solidFill>
                  <a:srgbClr val="FFFFFF"/>
                </a:solidFill>
                <a:latin typeface="Arial"/>
                <a:ea typeface="Arial"/>
                <a:cs typeface="Arial"/>
              </a:defRPr>
            </a:lvl7pPr>
            <a:lvl8pPr>
              <a:defRPr sz="975" b="1">
                <a:solidFill>
                  <a:srgbClr val="FFFFFF"/>
                </a:solidFill>
                <a:latin typeface="Arial"/>
                <a:ea typeface="Arial"/>
                <a:cs typeface="Arial"/>
              </a:defRPr>
            </a:lvl8pPr>
            <a:lvl9pPr>
              <a:defRPr sz="975" b="1">
                <a:solidFill>
                  <a:srgbClr val="FFFFFF"/>
                </a:solidFill>
                <a:latin typeface="Arial"/>
                <a:ea typeface="Arial"/>
                <a:cs typeface="Arial"/>
              </a:defRPr>
            </a:lvl9pPr>
          </a:lstStyle>
          <a:p xmlns:a="http://schemas.openxmlformats.org/drawingml/2006/main">
            <a:pPr>
              <a:defRPr sz="975" b="1">
                <a:solidFill>
                  <a:srgbClr val="FFFFFF"/>
                </a:solidFill>
                <a:latin typeface="Arial"/>
                <a:ea typeface="Arial"/>
                <a:cs typeface="Arial"/>
              </a:defRPr>
            </a:pPr>
            <a:r>
              <a:rPr sz="975" b="1">
                <a:solidFill>
                  <a:srgbClr val="FFFFFF"/>
                </a:solidFill>
                <a:latin typeface="Arial"/>
                <a:ea typeface="Arial"/>
                <a:cs typeface="Arial"/>
              </a:rPr>
              <a:t>Train ML Models</a:t>
            </a:r>
          </a:p>
        </p:txBody>
      </p:sp>
      <p:sp>
        <p:nvSpPr>
          <p:cNvPr id="18" name="">
            <a:extLst xmlns:a="http://schemas.openxmlformats.org/drawingml/2006/main">
              <a:ext uri="{FF2B5EF4-FFF2-40B4-BE49-F238E27FC236}">
                <a16:creationId xmlns:a16="http://schemas.microsoft.com/office/drawing/2014/main" id="{4050D802-8B33-4A6C-90E4-8DB71F1CF98C}"/>
              </a:ext>
            </a:extLst>
          </p:cNvPr>
          <p:cNvSpPr>
            <a:spLocks xmlns:a="http://schemas.openxmlformats.org/drawingml/2006/main" noGrp="1"/>
          </p:cNvSpPr>
          <p:nvPr/>
        </p:nvSpPr>
        <p:spPr>
          <a:xfrm xmlns:a="http://schemas.openxmlformats.org/drawingml/2006/main">
            <a:off x="3462635" y="1809750"/>
            <a:ext cx="1385143" cy="190500"/>
          </a:xfrm>
          <a:prstGeom xmlns:a="http://schemas.openxmlformats.org/drawingml/2006/main" prst="rect">
            <a:avLst/>
          </a:prstGeom>
          <a:solidFill xmlns:a="http://schemas.openxmlformats.org/drawingml/2006/main">
            <a:srgbClr val="264EB4"/>
          </a:solidFill>
          <a:ln xmlns:a="http://schemas.openxmlformats.org/drawingml/2006/main" w="0">
            <a:noFill/>
            <a:prstDash val="solid"/>
          </a:ln>
        </p:spPr>
      </p:sp>
      <p:sp>
        <p:nvSpPr>
          <p:cNvPr id="19" name="text-19">
            <a:extLst xmlns:a="http://schemas.openxmlformats.org/drawingml/2006/main">
              <a:ext uri="{FF2B5EF4-FFF2-40B4-BE49-F238E27FC236}">
                <a16:creationId xmlns:a16="http://schemas.microsoft.com/office/drawing/2014/main" id="{7AAB673E-CFB7-4872-B8AE-F7848DA663E9}"/>
              </a:ext>
            </a:extLst>
          </p:cNvPr>
          <p:cNvSpPr>
            <a:spLocks xmlns:a="http://schemas.openxmlformats.org/drawingml/2006/main" noGrp="1"/>
          </p:cNvSpPr>
          <p:nvPr/>
        </p:nvSpPr>
        <p:spPr>
          <a:xfrm xmlns:a="http://schemas.openxmlformats.org/drawingml/2006/main">
            <a:off x="3557885" y="1847850"/>
            <a:ext cx="159081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FFFFFF"/>
                </a:solidFill>
                <a:latin typeface="Courier New"/>
                <a:ea typeface="Courier New"/>
                <a:cs typeface="Courier New"/>
              </a:defRPr>
            </a:defPPr>
            <a:lvl1pPr>
              <a:defRPr sz="825" b="0">
                <a:solidFill>
                  <a:srgbClr val="FFFFFF"/>
                </a:solidFill>
                <a:latin typeface="Courier New"/>
                <a:ea typeface="Courier New"/>
                <a:cs typeface="Courier New"/>
              </a:defRPr>
            </a:lvl1pPr>
            <a:lvl2pPr>
              <a:defRPr sz="825" b="0">
                <a:solidFill>
                  <a:srgbClr val="FFFFFF"/>
                </a:solidFill>
                <a:latin typeface="Courier New"/>
                <a:ea typeface="Courier New"/>
                <a:cs typeface="Courier New"/>
              </a:defRPr>
            </a:lvl2pPr>
            <a:lvl3pPr>
              <a:defRPr sz="825" b="0">
                <a:solidFill>
                  <a:srgbClr val="FFFFFF"/>
                </a:solidFill>
                <a:latin typeface="Courier New"/>
                <a:ea typeface="Courier New"/>
                <a:cs typeface="Courier New"/>
              </a:defRPr>
            </a:lvl3pPr>
            <a:lvl4pPr>
              <a:defRPr sz="825" b="0">
                <a:solidFill>
                  <a:srgbClr val="FFFFFF"/>
                </a:solidFill>
                <a:latin typeface="Courier New"/>
                <a:ea typeface="Courier New"/>
                <a:cs typeface="Courier New"/>
              </a:defRPr>
            </a:lvl4pPr>
            <a:lvl5pPr>
              <a:defRPr sz="825" b="0">
                <a:solidFill>
                  <a:srgbClr val="FFFFFF"/>
                </a:solidFill>
                <a:latin typeface="Courier New"/>
                <a:ea typeface="Courier New"/>
                <a:cs typeface="Courier New"/>
              </a:defRPr>
            </a:lvl5pPr>
            <a:lvl6pPr>
              <a:defRPr sz="825" b="0">
                <a:solidFill>
                  <a:srgbClr val="FFFFFF"/>
                </a:solidFill>
                <a:latin typeface="Courier New"/>
                <a:ea typeface="Courier New"/>
                <a:cs typeface="Courier New"/>
              </a:defRPr>
            </a:lvl6pPr>
            <a:lvl7pPr>
              <a:defRPr sz="825" b="0">
                <a:solidFill>
                  <a:srgbClr val="FFFFFF"/>
                </a:solidFill>
                <a:latin typeface="Courier New"/>
                <a:ea typeface="Courier New"/>
                <a:cs typeface="Courier New"/>
              </a:defRPr>
            </a:lvl7pPr>
            <a:lvl8pPr>
              <a:defRPr sz="825" b="0">
                <a:solidFill>
                  <a:srgbClr val="FFFFFF"/>
                </a:solidFill>
                <a:latin typeface="Courier New"/>
                <a:ea typeface="Courier New"/>
                <a:cs typeface="Courier New"/>
              </a:defRPr>
            </a:lvl8pPr>
            <a:lvl9pPr>
              <a:defRPr sz="825" b="0">
                <a:solidFill>
                  <a:srgbClr val="FFFFFF"/>
                </a:solidFill>
                <a:latin typeface="Courier New"/>
                <a:ea typeface="Courier New"/>
                <a:cs typeface="Courier New"/>
              </a:defRPr>
            </a:lvl9pPr>
          </a:lstStyle>
          <a:p xmlns:a="http://schemas.openxmlformats.org/drawingml/2006/main">
            <a:pPr>
              <a:defRPr sz="825" b="0">
                <a:solidFill>
                  <a:srgbClr val="FFFFFF"/>
                </a:solidFill>
                <a:latin typeface="Courier New"/>
                <a:ea typeface="Courier New"/>
                <a:cs typeface="Courier New"/>
              </a:defRPr>
            </a:pPr>
            <a:r>
              <a:rPr sz="825" b="0">
                <a:solidFill>
                  <a:srgbClr val="FFFFFF"/>
                </a:solidFill>
                <a:latin typeface="Courier New"/>
                <a:ea typeface="Courier New"/>
                <a:cs typeface="Courier New"/>
              </a:rPr>
              <a:t>Logistic Regression</a:t>
            </a:r>
          </a:p>
        </p:txBody>
      </p:sp>
      <p:sp>
        <p:nvSpPr>
          <p:cNvPr id="20" name="">
            <a:extLst xmlns:a="http://schemas.openxmlformats.org/drawingml/2006/main">
              <a:ext uri="{FF2B5EF4-FFF2-40B4-BE49-F238E27FC236}">
                <a16:creationId xmlns:a16="http://schemas.microsoft.com/office/drawing/2014/main" id="{4F2C00D5-61A4-4A08-B890-11A864BFBC0F}"/>
              </a:ext>
            </a:extLst>
          </p:cNvPr>
          <p:cNvSpPr>
            <a:spLocks xmlns:a="http://schemas.openxmlformats.org/drawingml/2006/main" noGrp="1"/>
          </p:cNvSpPr>
          <p:nvPr/>
        </p:nvSpPr>
        <p:spPr>
          <a:xfrm xmlns:a="http://schemas.openxmlformats.org/drawingml/2006/main">
            <a:off x="4943029" y="1809750"/>
            <a:ext cx="1008013" cy="190500"/>
          </a:xfrm>
          <a:prstGeom xmlns:a="http://schemas.openxmlformats.org/drawingml/2006/main" prst="rect">
            <a:avLst/>
          </a:prstGeom>
          <a:solidFill xmlns:a="http://schemas.openxmlformats.org/drawingml/2006/main">
            <a:srgbClr val="264EB4"/>
          </a:solidFill>
          <a:ln xmlns:a="http://schemas.openxmlformats.org/drawingml/2006/main" w="0">
            <a:noFill/>
            <a:prstDash val="solid"/>
          </a:ln>
        </p:spPr>
      </p:sp>
      <p:sp>
        <p:nvSpPr>
          <p:cNvPr id="21" name="text-21">
            <a:extLst xmlns:a="http://schemas.openxmlformats.org/drawingml/2006/main">
              <a:ext uri="{FF2B5EF4-FFF2-40B4-BE49-F238E27FC236}">
                <a16:creationId xmlns:a16="http://schemas.microsoft.com/office/drawing/2014/main" id="{33E95FD3-7816-4095-8BA9-2684FEBC060A}"/>
              </a:ext>
            </a:extLst>
          </p:cNvPr>
          <p:cNvSpPr>
            <a:spLocks xmlns:a="http://schemas.openxmlformats.org/drawingml/2006/main" noGrp="1"/>
          </p:cNvSpPr>
          <p:nvPr/>
        </p:nvSpPr>
        <p:spPr>
          <a:xfrm xmlns:a="http://schemas.openxmlformats.org/drawingml/2006/main">
            <a:off x="5038279" y="1847850"/>
            <a:ext cx="1130716"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FFFFFF"/>
                </a:solidFill>
                <a:latin typeface="Courier New"/>
                <a:ea typeface="Courier New"/>
                <a:cs typeface="Courier New"/>
              </a:defRPr>
            </a:defPPr>
            <a:lvl1pPr>
              <a:defRPr sz="825" b="0">
                <a:solidFill>
                  <a:srgbClr val="FFFFFF"/>
                </a:solidFill>
                <a:latin typeface="Courier New"/>
                <a:ea typeface="Courier New"/>
                <a:cs typeface="Courier New"/>
              </a:defRPr>
            </a:lvl1pPr>
            <a:lvl2pPr>
              <a:defRPr sz="825" b="0">
                <a:solidFill>
                  <a:srgbClr val="FFFFFF"/>
                </a:solidFill>
                <a:latin typeface="Courier New"/>
                <a:ea typeface="Courier New"/>
                <a:cs typeface="Courier New"/>
              </a:defRPr>
            </a:lvl2pPr>
            <a:lvl3pPr>
              <a:defRPr sz="825" b="0">
                <a:solidFill>
                  <a:srgbClr val="FFFFFF"/>
                </a:solidFill>
                <a:latin typeface="Courier New"/>
                <a:ea typeface="Courier New"/>
                <a:cs typeface="Courier New"/>
              </a:defRPr>
            </a:lvl3pPr>
            <a:lvl4pPr>
              <a:defRPr sz="825" b="0">
                <a:solidFill>
                  <a:srgbClr val="FFFFFF"/>
                </a:solidFill>
                <a:latin typeface="Courier New"/>
                <a:ea typeface="Courier New"/>
                <a:cs typeface="Courier New"/>
              </a:defRPr>
            </a:lvl4pPr>
            <a:lvl5pPr>
              <a:defRPr sz="825" b="0">
                <a:solidFill>
                  <a:srgbClr val="FFFFFF"/>
                </a:solidFill>
                <a:latin typeface="Courier New"/>
                <a:ea typeface="Courier New"/>
                <a:cs typeface="Courier New"/>
              </a:defRPr>
            </a:lvl5pPr>
            <a:lvl6pPr>
              <a:defRPr sz="825" b="0">
                <a:solidFill>
                  <a:srgbClr val="FFFFFF"/>
                </a:solidFill>
                <a:latin typeface="Courier New"/>
                <a:ea typeface="Courier New"/>
                <a:cs typeface="Courier New"/>
              </a:defRPr>
            </a:lvl6pPr>
            <a:lvl7pPr>
              <a:defRPr sz="825" b="0">
                <a:solidFill>
                  <a:srgbClr val="FFFFFF"/>
                </a:solidFill>
                <a:latin typeface="Courier New"/>
                <a:ea typeface="Courier New"/>
                <a:cs typeface="Courier New"/>
              </a:defRPr>
            </a:lvl7pPr>
            <a:lvl8pPr>
              <a:defRPr sz="825" b="0">
                <a:solidFill>
                  <a:srgbClr val="FFFFFF"/>
                </a:solidFill>
                <a:latin typeface="Courier New"/>
                <a:ea typeface="Courier New"/>
                <a:cs typeface="Courier New"/>
              </a:defRPr>
            </a:lvl8pPr>
            <a:lvl9pPr>
              <a:defRPr sz="825" b="0">
                <a:solidFill>
                  <a:srgbClr val="FFFFFF"/>
                </a:solidFill>
                <a:latin typeface="Courier New"/>
                <a:ea typeface="Courier New"/>
                <a:cs typeface="Courier New"/>
              </a:defRPr>
            </a:lvl9pPr>
          </a:lstStyle>
          <a:p xmlns:a="http://schemas.openxmlformats.org/drawingml/2006/main">
            <a:pPr>
              <a:defRPr sz="825" b="0">
                <a:solidFill>
                  <a:srgbClr val="FFFFFF"/>
                </a:solidFill>
                <a:latin typeface="Courier New"/>
                <a:ea typeface="Courier New"/>
                <a:cs typeface="Courier New"/>
              </a:defRPr>
            </a:pPr>
            <a:r>
              <a:rPr sz="825" b="0">
                <a:solidFill>
                  <a:srgbClr val="FFFFFF"/>
                </a:solidFill>
                <a:latin typeface="Courier New"/>
                <a:ea typeface="Courier New"/>
                <a:cs typeface="Courier New"/>
              </a:rPr>
              <a:t>Decision Tree</a:t>
            </a:r>
          </a:p>
        </p:txBody>
      </p:sp>
      <p:sp>
        <p:nvSpPr>
          <p:cNvPr id="22" name="">
            <a:extLst xmlns:a="http://schemas.openxmlformats.org/drawingml/2006/main">
              <a:ext uri="{FF2B5EF4-FFF2-40B4-BE49-F238E27FC236}">
                <a16:creationId xmlns:a16="http://schemas.microsoft.com/office/drawing/2014/main" id="{25D7D7DE-B2BC-42C5-A268-AEA5F4E9DA11}"/>
              </a:ext>
            </a:extLst>
          </p:cNvPr>
          <p:cNvSpPr>
            <a:spLocks xmlns:a="http://schemas.openxmlformats.org/drawingml/2006/main" noGrp="1"/>
          </p:cNvSpPr>
          <p:nvPr/>
        </p:nvSpPr>
        <p:spPr>
          <a:xfrm xmlns:a="http://schemas.openxmlformats.org/drawingml/2006/main">
            <a:off x="6046291" y="1809750"/>
            <a:ext cx="1008013" cy="190500"/>
          </a:xfrm>
          <a:prstGeom xmlns:a="http://schemas.openxmlformats.org/drawingml/2006/main" prst="rect">
            <a:avLst/>
          </a:prstGeom>
          <a:solidFill xmlns:a="http://schemas.openxmlformats.org/drawingml/2006/main">
            <a:srgbClr val="264EB4"/>
          </a:solidFill>
          <a:ln xmlns:a="http://schemas.openxmlformats.org/drawingml/2006/main" w="0">
            <a:noFill/>
            <a:prstDash val="solid"/>
          </a:ln>
        </p:spPr>
      </p:sp>
      <p:sp>
        <p:nvSpPr>
          <p:cNvPr id="23" name="text-23">
            <a:extLst xmlns:a="http://schemas.openxmlformats.org/drawingml/2006/main">
              <a:ext uri="{FF2B5EF4-FFF2-40B4-BE49-F238E27FC236}">
                <a16:creationId xmlns:a16="http://schemas.microsoft.com/office/drawing/2014/main" id="{0CCAA13D-23A3-4D04-AAC3-7CF4B57DE4C7}"/>
              </a:ext>
            </a:extLst>
          </p:cNvPr>
          <p:cNvSpPr>
            <a:spLocks xmlns:a="http://schemas.openxmlformats.org/drawingml/2006/main" noGrp="1"/>
          </p:cNvSpPr>
          <p:nvPr/>
        </p:nvSpPr>
        <p:spPr>
          <a:xfrm xmlns:a="http://schemas.openxmlformats.org/drawingml/2006/main">
            <a:off x="6141541" y="1847850"/>
            <a:ext cx="1130716"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FFFFFF"/>
                </a:solidFill>
                <a:latin typeface="Courier New"/>
                <a:ea typeface="Courier New"/>
                <a:cs typeface="Courier New"/>
              </a:defRPr>
            </a:defPPr>
            <a:lvl1pPr>
              <a:defRPr sz="825" b="0">
                <a:solidFill>
                  <a:srgbClr val="FFFFFF"/>
                </a:solidFill>
                <a:latin typeface="Courier New"/>
                <a:ea typeface="Courier New"/>
                <a:cs typeface="Courier New"/>
              </a:defRPr>
            </a:lvl1pPr>
            <a:lvl2pPr>
              <a:defRPr sz="825" b="0">
                <a:solidFill>
                  <a:srgbClr val="FFFFFF"/>
                </a:solidFill>
                <a:latin typeface="Courier New"/>
                <a:ea typeface="Courier New"/>
                <a:cs typeface="Courier New"/>
              </a:defRPr>
            </a:lvl2pPr>
            <a:lvl3pPr>
              <a:defRPr sz="825" b="0">
                <a:solidFill>
                  <a:srgbClr val="FFFFFF"/>
                </a:solidFill>
                <a:latin typeface="Courier New"/>
                <a:ea typeface="Courier New"/>
                <a:cs typeface="Courier New"/>
              </a:defRPr>
            </a:lvl3pPr>
            <a:lvl4pPr>
              <a:defRPr sz="825" b="0">
                <a:solidFill>
                  <a:srgbClr val="FFFFFF"/>
                </a:solidFill>
                <a:latin typeface="Courier New"/>
                <a:ea typeface="Courier New"/>
                <a:cs typeface="Courier New"/>
              </a:defRPr>
            </a:lvl4pPr>
            <a:lvl5pPr>
              <a:defRPr sz="825" b="0">
                <a:solidFill>
                  <a:srgbClr val="FFFFFF"/>
                </a:solidFill>
                <a:latin typeface="Courier New"/>
                <a:ea typeface="Courier New"/>
                <a:cs typeface="Courier New"/>
              </a:defRPr>
            </a:lvl5pPr>
            <a:lvl6pPr>
              <a:defRPr sz="825" b="0">
                <a:solidFill>
                  <a:srgbClr val="FFFFFF"/>
                </a:solidFill>
                <a:latin typeface="Courier New"/>
                <a:ea typeface="Courier New"/>
                <a:cs typeface="Courier New"/>
              </a:defRPr>
            </a:lvl6pPr>
            <a:lvl7pPr>
              <a:defRPr sz="825" b="0">
                <a:solidFill>
                  <a:srgbClr val="FFFFFF"/>
                </a:solidFill>
                <a:latin typeface="Courier New"/>
                <a:ea typeface="Courier New"/>
                <a:cs typeface="Courier New"/>
              </a:defRPr>
            </a:lvl7pPr>
            <a:lvl8pPr>
              <a:defRPr sz="825" b="0">
                <a:solidFill>
                  <a:srgbClr val="FFFFFF"/>
                </a:solidFill>
                <a:latin typeface="Courier New"/>
                <a:ea typeface="Courier New"/>
                <a:cs typeface="Courier New"/>
              </a:defRPr>
            </a:lvl8pPr>
            <a:lvl9pPr>
              <a:defRPr sz="825" b="0">
                <a:solidFill>
                  <a:srgbClr val="FFFFFF"/>
                </a:solidFill>
                <a:latin typeface="Courier New"/>
                <a:ea typeface="Courier New"/>
                <a:cs typeface="Courier New"/>
              </a:defRPr>
            </a:lvl9pPr>
          </a:lstStyle>
          <a:p xmlns:a="http://schemas.openxmlformats.org/drawingml/2006/main">
            <a:pPr>
              <a:defRPr sz="825" b="0">
                <a:solidFill>
                  <a:srgbClr val="FFFFFF"/>
                </a:solidFill>
                <a:latin typeface="Courier New"/>
                <a:ea typeface="Courier New"/>
                <a:cs typeface="Courier New"/>
              </a:defRPr>
            </a:pPr>
            <a:r>
              <a:rPr sz="825" b="0">
                <a:solidFill>
                  <a:srgbClr val="FFFFFF"/>
                </a:solidFill>
                <a:latin typeface="Courier New"/>
                <a:ea typeface="Courier New"/>
                <a:cs typeface="Courier New"/>
              </a:rPr>
              <a:t>Random Forest</a:t>
            </a:r>
          </a:p>
        </p:txBody>
      </p:sp>
      <p:sp>
        <p:nvSpPr>
          <p:cNvPr id="24" name="">
            <a:extLst xmlns:a="http://schemas.openxmlformats.org/drawingml/2006/main">
              <a:ext uri="{FF2B5EF4-FFF2-40B4-BE49-F238E27FC236}">
                <a16:creationId xmlns:a16="http://schemas.microsoft.com/office/drawing/2014/main" id="{EAA51D13-DED0-451D-AD91-BE0563019E94}"/>
              </a:ext>
            </a:extLst>
          </p:cNvPr>
          <p:cNvSpPr>
            <a:spLocks xmlns:a="http://schemas.openxmlformats.org/drawingml/2006/main" noGrp="1"/>
          </p:cNvSpPr>
          <p:nvPr/>
        </p:nvSpPr>
        <p:spPr>
          <a:xfrm xmlns:a="http://schemas.openxmlformats.org/drawingml/2006/main">
            <a:off x="7149554" y="1809750"/>
            <a:ext cx="379214" cy="190500"/>
          </a:xfrm>
          <a:prstGeom xmlns:a="http://schemas.openxmlformats.org/drawingml/2006/main" prst="rect">
            <a:avLst/>
          </a:prstGeom>
          <a:solidFill xmlns:a="http://schemas.openxmlformats.org/drawingml/2006/main">
            <a:srgbClr val="264EB4"/>
          </a:solidFill>
          <a:ln xmlns:a="http://schemas.openxmlformats.org/drawingml/2006/main" w="0">
            <a:noFill/>
            <a:prstDash val="solid"/>
          </a:ln>
        </p:spPr>
      </p:sp>
      <p:sp>
        <p:nvSpPr>
          <p:cNvPr id="25" name="text-25">
            <a:extLst xmlns:a="http://schemas.openxmlformats.org/drawingml/2006/main">
              <a:ext uri="{FF2B5EF4-FFF2-40B4-BE49-F238E27FC236}">
                <a16:creationId xmlns:a16="http://schemas.microsoft.com/office/drawing/2014/main" id="{2C2D4C30-D809-45D1-BB52-1F78E0DA25A3}"/>
              </a:ext>
            </a:extLst>
          </p:cNvPr>
          <p:cNvSpPr>
            <a:spLocks xmlns:a="http://schemas.openxmlformats.org/drawingml/2006/main" noGrp="1"/>
          </p:cNvSpPr>
          <p:nvPr/>
        </p:nvSpPr>
        <p:spPr>
          <a:xfrm xmlns:a="http://schemas.openxmlformats.org/drawingml/2006/main">
            <a:off x="7244804" y="1847850"/>
            <a:ext cx="363581"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FFFFFF"/>
                </a:solidFill>
                <a:latin typeface="Courier New"/>
                <a:ea typeface="Courier New"/>
                <a:cs typeface="Courier New"/>
              </a:defRPr>
            </a:defPPr>
            <a:lvl1pPr>
              <a:defRPr sz="825" b="0">
                <a:solidFill>
                  <a:srgbClr val="FFFFFF"/>
                </a:solidFill>
                <a:latin typeface="Courier New"/>
                <a:ea typeface="Courier New"/>
                <a:cs typeface="Courier New"/>
              </a:defRPr>
            </a:lvl1pPr>
            <a:lvl2pPr>
              <a:defRPr sz="825" b="0">
                <a:solidFill>
                  <a:srgbClr val="FFFFFF"/>
                </a:solidFill>
                <a:latin typeface="Courier New"/>
                <a:ea typeface="Courier New"/>
                <a:cs typeface="Courier New"/>
              </a:defRPr>
            </a:lvl2pPr>
            <a:lvl3pPr>
              <a:defRPr sz="825" b="0">
                <a:solidFill>
                  <a:srgbClr val="FFFFFF"/>
                </a:solidFill>
                <a:latin typeface="Courier New"/>
                <a:ea typeface="Courier New"/>
                <a:cs typeface="Courier New"/>
              </a:defRPr>
            </a:lvl3pPr>
            <a:lvl4pPr>
              <a:defRPr sz="825" b="0">
                <a:solidFill>
                  <a:srgbClr val="FFFFFF"/>
                </a:solidFill>
                <a:latin typeface="Courier New"/>
                <a:ea typeface="Courier New"/>
                <a:cs typeface="Courier New"/>
              </a:defRPr>
            </a:lvl4pPr>
            <a:lvl5pPr>
              <a:defRPr sz="825" b="0">
                <a:solidFill>
                  <a:srgbClr val="FFFFFF"/>
                </a:solidFill>
                <a:latin typeface="Courier New"/>
                <a:ea typeface="Courier New"/>
                <a:cs typeface="Courier New"/>
              </a:defRPr>
            </a:lvl5pPr>
            <a:lvl6pPr>
              <a:defRPr sz="825" b="0">
                <a:solidFill>
                  <a:srgbClr val="FFFFFF"/>
                </a:solidFill>
                <a:latin typeface="Courier New"/>
                <a:ea typeface="Courier New"/>
                <a:cs typeface="Courier New"/>
              </a:defRPr>
            </a:lvl6pPr>
            <a:lvl7pPr>
              <a:defRPr sz="825" b="0">
                <a:solidFill>
                  <a:srgbClr val="FFFFFF"/>
                </a:solidFill>
                <a:latin typeface="Courier New"/>
                <a:ea typeface="Courier New"/>
                <a:cs typeface="Courier New"/>
              </a:defRPr>
            </a:lvl7pPr>
            <a:lvl8pPr>
              <a:defRPr sz="825" b="0">
                <a:solidFill>
                  <a:srgbClr val="FFFFFF"/>
                </a:solidFill>
                <a:latin typeface="Courier New"/>
                <a:ea typeface="Courier New"/>
                <a:cs typeface="Courier New"/>
              </a:defRPr>
            </a:lvl8pPr>
            <a:lvl9pPr>
              <a:defRPr sz="825" b="0">
                <a:solidFill>
                  <a:srgbClr val="FFFFFF"/>
                </a:solidFill>
                <a:latin typeface="Courier New"/>
                <a:ea typeface="Courier New"/>
                <a:cs typeface="Courier New"/>
              </a:defRPr>
            </a:lvl9pPr>
          </a:lstStyle>
          <a:p xmlns:a="http://schemas.openxmlformats.org/drawingml/2006/main">
            <a:pPr>
              <a:defRPr sz="825" b="0">
                <a:solidFill>
                  <a:srgbClr val="FFFFFF"/>
                </a:solidFill>
                <a:latin typeface="Courier New"/>
                <a:ea typeface="Courier New"/>
                <a:cs typeface="Courier New"/>
              </a:defRPr>
            </a:pPr>
            <a:r>
              <a:rPr sz="825" b="0">
                <a:solidFill>
                  <a:srgbClr val="FFFFFF"/>
                </a:solidFill>
                <a:latin typeface="Courier New"/>
                <a:ea typeface="Courier New"/>
                <a:cs typeface="Courier New"/>
              </a:rPr>
              <a:t>SVM</a:t>
            </a:r>
          </a:p>
        </p:txBody>
      </p:sp>
      <p:sp>
        <p:nvSpPr>
          <p:cNvPr id="26" name="">
            <a:extLst xmlns:a="http://schemas.openxmlformats.org/drawingml/2006/main">
              <a:ext uri="{FF2B5EF4-FFF2-40B4-BE49-F238E27FC236}">
                <a16:creationId xmlns:a16="http://schemas.microsoft.com/office/drawing/2014/main" id="{3362BA20-E47C-46B8-ABB0-88FE53870187}"/>
              </a:ext>
            </a:extLst>
          </p:cNvPr>
          <p:cNvSpPr>
            <a:spLocks xmlns:a="http://schemas.openxmlformats.org/drawingml/2006/main" noGrp="1"/>
          </p:cNvSpPr>
          <p:nvPr/>
        </p:nvSpPr>
        <p:spPr>
          <a:xfrm xmlns:a="http://schemas.openxmlformats.org/drawingml/2006/main">
            <a:off x="7624018" y="1809750"/>
            <a:ext cx="379214" cy="190500"/>
          </a:xfrm>
          <a:prstGeom xmlns:a="http://schemas.openxmlformats.org/drawingml/2006/main" prst="rect">
            <a:avLst/>
          </a:prstGeom>
          <a:solidFill xmlns:a="http://schemas.openxmlformats.org/drawingml/2006/main">
            <a:srgbClr val="264EB4"/>
          </a:solidFill>
          <a:ln xmlns:a="http://schemas.openxmlformats.org/drawingml/2006/main" w="0">
            <a:noFill/>
            <a:prstDash val="solid"/>
          </a:ln>
        </p:spPr>
      </p:sp>
      <p:sp>
        <p:nvSpPr>
          <p:cNvPr id="27" name="text-27">
            <a:extLst xmlns:a="http://schemas.openxmlformats.org/drawingml/2006/main">
              <a:ext uri="{FF2B5EF4-FFF2-40B4-BE49-F238E27FC236}">
                <a16:creationId xmlns:a16="http://schemas.microsoft.com/office/drawing/2014/main" id="{F14235AD-6F80-42DB-915F-AC45618065B2}"/>
              </a:ext>
            </a:extLst>
          </p:cNvPr>
          <p:cNvSpPr>
            <a:spLocks xmlns:a="http://schemas.openxmlformats.org/drawingml/2006/main" noGrp="1"/>
          </p:cNvSpPr>
          <p:nvPr/>
        </p:nvSpPr>
        <p:spPr>
          <a:xfrm xmlns:a="http://schemas.openxmlformats.org/drawingml/2006/main">
            <a:off x="7719268" y="1847850"/>
            <a:ext cx="363581"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FFFFFF"/>
                </a:solidFill>
                <a:latin typeface="Courier New"/>
                <a:ea typeface="Courier New"/>
                <a:cs typeface="Courier New"/>
              </a:defRPr>
            </a:defPPr>
            <a:lvl1pPr>
              <a:defRPr sz="825" b="0">
                <a:solidFill>
                  <a:srgbClr val="FFFFFF"/>
                </a:solidFill>
                <a:latin typeface="Courier New"/>
                <a:ea typeface="Courier New"/>
                <a:cs typeface="Courier New"/>
              </a:defRPr>
            </a:lvl1pPr>
            <a:lvl2pPr>
              <a:defRPr sz="825" b="0">
                <a:solidFill>
                  <a:srgbClr val="FFFFFF"/>
                </a:solidFill>
                <a:latin typeface="Courier New"/>
                <a:ea typeface="Courier New"/>
                <a:cs typeface="Courier New"/>
              </a:defRPr>
            </a:lvl2pPr>
            <a:lvl3pPr>
              <a:defRPr sz="825" b="0">
                <a:solidFill>
                  <a:srgbClr val="FFFFFF"/>
                </a:solidFill>
                <a:latin typeface="Courier New"/>
                <a:ea typeface="Courier New"/>
                <a:cs typeface="Courier New"/>
              </a:defRPr>
            </a:lvl3pPr>
            <a:lvl4pPr>
              <a:defRPr sz="825" b="0">
                <a:solidFill>
                  <a:srgbClr val="FFFFFF"/>
                </a:solidFill>
                <a:latin typeface="Courier New"/>
                <a:ea typeface="Courier New"/>
                <a:cs typeface="Courier New"/>
              </a:defRPr>
            </a:lvl4pPr>
            <a:lvl5pPr>
              <a:defRPr sz="825" b="0">
                <a:solidFill>
                  <a:srgbClr val="FFFFFF"/>
                </a:solidFill>
                <a:latin typeface="Courier New"/>
                <a:ea typeface="Courier New"/>
                <a:cs typeface="Courier New"/>
              </a:defRPr>
            </a:lvl5pPr>
            <a:lvl6pPr>
              <a:defRPr sz="825" b="0">
                <a:solidFill>
                  <a:srgbClr val="FFFFFF"/>
                </a:solidFill>
                <a:latin typeface="Courier New"/>
                <a:ea typeface="Courier New"/>
                <a:cs typeface="Courier New"/>
              </a:defRPr>
            </a:lvl6pPr>
            <a:lvl7pPr>
              <a:defRPr sz="825" b="0">
                <a:solidFill>
                  <a:srgbClr val="FFFFFF"/>
                </a:solidFill>
                <a:latin typeface="Courier New"/>
                <a:ea typeface="Courier New"/>
                <a:cs typeface="Courier New"/>
              </a:defRPr>
            </a:lvl7pPr>
            <a:lvl8pPr>
              <a:defRPr sz="825" b="0">
                <a:solidFill>
                  <a:srgbClr val="FFFFFF"/>
                </a:solidFill>
                <a:latin typeface="Courier New"/>
                <a:ea typeface="Courier New"/>
                <a:cs typeface="Courier New"/>
              </a:defRPr>
            </a:lvl8pPr>
            <a:lvl9pPr>
              <a:defRPr sz="825" b="0">
                <a:solidFill>
                  <a:srgbClr val="FFFFFF"/>
                </a:solidFill>
                <a:latin typeface="Courier New"/>
                <a:ea typeface="Courier New"/>
                <a:cs typeface="Courier New"/>
              </a:defRPr>
            </a:lvl9pPr>
          </a:lstStyle>
          <a:p xmlns:a="http://schemas.openxmlformats.org/drawingml/2006/main">
            <a:pPr>
              <a:defRPr sz="825" b="0">
                <a:solidFill>
                  <a:srgbClr val="FFFFFF"/>
                </a:solidFill>
                <a:latin typeface="Courier New"/>
                <a:ea typeface="Courier New"/>
                <a:cs typeface="Courier New"/>
              </a:defRPr>
            </a:pPr>
            <a:r>
              <a:rPr sz="825" b="0">
                <a:solidFill>
                  <a:srgbClr val="FFFFFF"/>
                </a:solidFill>
                <a:latin typeface="Courier New"/>
                <a:ea typeface="Courier New"/>
                <a:cs typeface="Courier New"/>
              </a:rPr>
              <a:t>KNN</a:t>
            </a:r>
          </a:p>
        </p:txBody>
      </p:sp>
      <p:sp>
        <p:nvSpPr>
          <p:cNvPr id="28" name="">
            <a:extLst xmlns:a="http://schemas.openxmlformats.org/drawingml/2006/main">
              <a:ext uri="{FF2B5EF4-FFF2-40B4-BE49-F238E27FC236}">
                <a16:creationId xmlns:a16="http://schemas.microsoft.com/office/drawing/2014/main" id="{3C4E2DE2-1BB2-48F3-AAEF-4DE2EFC3592C}"/>
              </a:ext>
            </a:extLst>
          </p:cNvPr>
          <p:cNvSpPr>
            <a:spLocks xmlns:a="http://schemas.openxmlformats.org/drawingml/2006/main" noGrp="1"/>
          </p:cNvSpPr>
          <p:nvPr/>
        </p:nvSpPr>
        <p:spPr>
          <a:xfrm xmlns:a="http://schemas.openxmlformats.org/drawingml/2006/main">
            <a:off x="8098482" y="1809750"/>
            <a:ext cx="630734" cy="190500"/>
          </a:xfrm>
          <a:prstGeom xmlns:a="http://schemas.openxmlformats.org/drawingml/2006/main" prst="rect">
            <a:avLst/>
          </a:prstGeom>
          <a:solidFill xmlns:a="http://schemas.openxmlformats.org/drawingml/2006/main">
            <a:srgbClr val="264EB4"/>
          </a:solidFill>
          <a:ln xmlns:a="http://schemas.openxmlformats.org/drawingml/2006/main" w="0">
            <a:noFill/>
            <a:prstDash val="solid"/>
          </a:ln>
        </p:spPr>
      </p:sp>
      <p:sp>
        <p:nvSpPr>
          <p:cNvPr id="29" name="text-29">
            <a:extLst xmlns:a="http://schemas.openxmlformats.org/drawingml/2006/main">
              <a:ext uri="{FF2B5EF4-FFF2-40B4-BE49-F238E27FC236}">
                <a16:creationId xmlns:a16="http://schemas.microsoft.com/office/drawing/2014/main" id="{117B3954-ECB6-440F-824E-3FC55855AE1E}"/>
              </a:ext>
            </a:extLst>
          </p:cNvPr>
          <p:cNvSpPr>
            <a:spLocks xmlns:a="http://schemas.openxmlformats.org/drawingml/2006/main" noGrp="1"/>
          </p:cNvSpPr>
          <p:nvPr/>
        </p:nvSpPr>
        <p:spPr>
          <a:xfrm xmlns:a="http://schemas.openxmlformats.org/drawingml/2006/main">
            <a:off x="8193732" y="1847850"/>
            <a:ext cx="67043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FFFFFF"/>
                </a:solidFill>
                <a:latin typeface="Courier New"/>
                <a:ea typeface="Courier New"/>
                <a:cs typeface="Courier New"/>
              </a:defRPr>
            </a:defPPr>
            <a:lvl1pPr>
              <a:defRPr sz="825" b="0">
                <a:solidFill>
                  <a:srgbClr val="FFFFFF"/>
                </a:solidFill>
                <a:latin typeface="Courier New"/>
                <a:ea typeface="Courier New"/>
                <a:cs typeface="Courier New"/>
              </a:defRPr>
            </a:lvl1pPr>
            <a:lvl2pPr>
              <a:defRPr sz="825" b="0">
                <a:solidFill>
                  <a:srgbClr val="FFFFFF"/>
                </a:solidFill>
                <a:latin typeface="Courier New"/>
                <a:ea typeface="Courier New"/>
                <a:cs typeface="Courier New"/>
              </a:defRPr>
            </a:lvl2pPr>
            <a:lvl3pPr>
              <a:defRPr sz="825" b="0">
                <a:solidFill>
                  <a:srgbClr val="FFFFFF"/>
                </a:solidFill>
                <a:latin typeface="Courier New"/>
                <a:ea typeface="Courier New"/>
                <a:cs typeface="Courier New"/>
              </a:defRPr>
            </a:lvl3pPr>
            <a:lvl4pPr>
              <a:defRPr sz="825" b="0">
                <a:solidFill>
                  <a:srgbClr val="FFFFFF"/>
                </a:solidFill>
                <a:latin typeface="Courier New"/>
                <a:ea typeface="Courier New"/>
                <a:cs typeface="Courier New"/>
              </a:defRPr>
            </a:lvl4pPr>
            <a:lvl5pPr>
              <a:defRPr sz="825" b="0">
                <a:solidFill>
                  <a:srgbClr val="FFFFFF"/>
                </a:solidFill>
                <a:latin typeface="Courier New"/>
                <a:ea typeface="Courier New"/>
                <a:cs typeface="Courier New"/>
              </a:defRPr>
            </a:lvl5pPr>
            <a:lvl6pPr>
              <a:defRPr sz="825" b="0">
                <a:solidFill>
                  <a:srgbClr val="FFFFFF"/>
                </a:solidFill>
                <a:latin typeface="Courier New"/>
                <a:ea typeface="Courier New"/>
                <a:cs typeface="Courier New"/>
              </a:defRPr>
            </a:lvl6pPr>
            <a:lvl7pPr>
              <a:defRPr sz="825" b="0">
                <a:solidFill>
                  <a:srgbClr val="FFFFFF"/>
                </a:solidFill>
                <a:latin typeface="Courier New"/>
                <a:ea typeface="Courier New"/>
                <a:cs typeface="Courier New"/>
              </a:defRPr>
            </a:lvl7pPr>
            <a:lvl8pPr>
              <a:defRPr sz="825" b="0">
                <a:solidFill>
                  <a:srgbClr val="FFFFFF"/>
                </a:solidFill>
                <a:latin typeface="Courier New"/>
                <a:ea typeface="Courier New"/>
                <a:cs typeface="Courier New"/>
              </a:defRPr>
            </a:lvl8pPr>
            <a:lvl9pPr>
              <a:defRPr sz="825" b="0">
                <a:solidFill>
                  <a:srgbClr val="FFFFFF"/>
                </a:solidFill>
                <a:latin typeface="Courier New"/>
                <a:ea typeface="Courier New"/>
                <a:cs typeface="Courier New"/>
              </a:defRPr>
            </a:lvl9pPr>
          </a:lstStyle>
          <a:p xmlns:a="http://schemas.openxmlformats.org/drawingml/2006/main">
            <a:pPr>
              <a:defRPr sz="825" b="0">
                <a:solidFill>
                  <a:srgbClr val="FFFFFF"/>
                </a:solidFill>
                <a:latin typeface="Courier New"/>
                <a:ea typeface="Courier New"/>
                <a:cs typeface="Courier New"/>
              </a:defRPr>
            </a:pPr>
            <a:r>
              <a:rPr sz="825" b="0">
                <a:solidFill>
                  <a:srgbClr val="FFFFFF"/>
                </a:solidFill>
                <a:latin typeface="Courier New"/>
                <a:ea typeface="Courier New"/>
                <a:cs typeface="Courier New"/>
              </a:rPr>
              <a:t>XGBoost</a:t>
            </a:r>
          </a:p>
        </p:txBody>
      </p:sp>
      <p:sp>
        <p:nvSpPr>
          <p:cNvPr id="30" name="">
            <a:extLst xmlns:a="http://schemas.openxmlformats.org/drawingml/2006/main">
              <a:ext uri="{FF2B5EF4-FFF2-40B4-BE49-F238E27FC236}">
                <a16:creationId xmlns:a16="http://schemas.microsoft.com/office/drawing/2014/main" id="{84B082E1-D90E-4042-B70B-EDDF863884D0}"/>
              </a:ext>
            </a:extLst>
          </p:cNvPr>
          <p:cNvSpPr>
            <a:spLocks xmlns:a="http://schemas.openxmlformats.org/drawingml/2006/main" noGrp="1"/>
          </p:cNvSpPr>
          <p:nvPr/>
        </p:nvSpPr>
        <p:spPr>
          <a:xfrm xmlns:a="http://schemas.openxmlformats.org/drawingml/2006/main">
            <a:off x="571500" y="2224088"/>
            <a:ext cx="3530501" cy="4953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31" name="text-31">
            <a:extLst xmlns:a="http://schemas.openxmlformats.org/drawingml/2006/main">
              <a:ext uri="{FF2B5EF4-FFF2-40B4-BE49-F238E27FC236}">
                <a16:creationId xmlns:a16="http://schemas.microsoft.com/office/drawing/2014/main" id="{E77897FE-51CF-4737-86C4-1611423D1BC3}"/>
              </a:ext>
            </a:extLst>
          </p:cNvPr>
          <p:cNvSpPr>
            <a:spLocks xmlns:a="http://schemas.openxmlformats.org/drawingml/2006/main" noGrp="1"/>
          </p:cNvSpPr>
          <p:nvPr/>
        </p:nvSpPr>
        <p:spPr>
          <a:xfrm xmlns:a="http://schemas.openxmlformats.org/drawingml/2006/main">
            <a:off x="1827609" y="2347913"/>
            <a:ext cx="1375654"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0A0A0A"/>
                </a:solidFill>
                <a:latin typeface="Arial"/>
                <a:ea typeface="Arial"/>
                <a:cs typeface="Arial"/>
              </a:defRPr>
            </a:defPPr>
            <a:lvl1pPr>
              <a:defRPr sz="975" b="1">
                <a:solidFill>
                  <a:srgbClr val="0A0A0A"/>
                </a:solidFill>
                <a:latin typeface="Arial"/>
                <a:ea typeface="Arial"/>
                <a:cs typeface="Arial"/>
              </a:defRPr>
            </a:lvl1pPr>
            <a:lvl2pPr>
              <a:defRPr sz="975" b="1">
                <a:solidFill>
                  <a:srgbClr val="0A0A0A"/>
                </a:solidFill>
                <a:latin typeface="Arial"/>
                <a:ea typeface="Arial"/>
                <a:cs typeface="Arial"/>
              </a:defRPr>
            </a:lvl2pPr>
            <a:lvl3pPr>
              <a:defRPr sz="975" b="1">
                <a:solidFill>
                  <a:srgbClr val="0A0A0A"/>
                </a:solidFill>
                <a:latin typeface="Arial"/>
                <a:ea typeface="Arial"/>
                <a:cs typeface="Arial"/>
              </a:defRPr>
            </a:lvl3pPr>
            <a:lvl4pPr>
              <a:defRPr sz="975" b="1">
                <a:solidFill>
                  <a:srgbClr val="0A0A0A"/>
                </a:solidFill>
                <a:latin typeface="Arial"/>
                <a:ea typeface="Arial"/>
                <a:cs typeface="Arial"/>
              </a:defRPr>
            </a:lvl4pPr>
            <a:lvl5pPr>
              <a:defRPr sz="975" b="1">
                <a:solidFill>
                  <a:srgbClr val="0A0A0A"/>
                </a:solidFill>
                <a:latin typeface="Arial"/>
                <a:ea typeface="Arial"/>
                <a:cs typeface="Arial"/>
              </a:defRPr>
            </a:lvl5pPr>
            <a:lvl6pPr>
              <a:defRPr sz="975" b="1">
                <a:solidFill>
                  <a:srgbClr val="0A0A0A"/>
                </a:solidFill>
                <a:latin typeface="Arial"/>
                <a:ea typeface="Arial"/>
                <a:cs typeface="Arial"/>
              </a:defRPr>
            </a:lvl6pPr>
            <a:lvl7pPr>
              <a:defRPr sz="975" b="1">
                <a:solidFill>
                  <a:srgbClr val="0A0A0A"/>
                </a:solidFill>
                <a:latin typeface="Arial"/>
                <a:ea typeface="Arial"/>
                <a:cs typeface="Arial"/>
              </a:defRPr>
            </a:lvl7pPr>
            <a:lvl8pPr>
              <a:defRPr sz="975" b="1">
                <a:solidFill>
                  <a:srgbClr val="0A0A0A"/>
                </a:solidFill>
                <a:latin typeface="Arial"/>
                <a:ea typeface="Arial"/>
                <a:cs typeface="Arial"/>
              </a:defRPr>
            </a:lvl8pPr>
            <a:lvl9pPr>
              <a:defRPr sz="975" b="1">
                <a:solidFill>
                  <a:srgbClr val="0A0A0A"/>
                </a:solidFill>
                <a:latin typeface="Arial"/>
                <a:ea typeface="Arial"/>
                <a:cs typeface="Arial"/>
              </a:defRPr>
            </a:lvl9pPr>
          </a:lstStyle>
          <a:p xmlns:a="http://schemas.openxmlformats.org/drawingml/2006/main">
            <a:pPr>
              <a:defRPr sz="975" b="1">
                <a:solidFill>
                  <a:srgbClr val="0A0A0A"/>
                </a:solidFill>
                <a:latin typeface="Arial"/>
                <a:ea typeface="Arial"/>
                <a:cs typeface="Arial"/>
              </a:defRPr>
            </a:pPr>
            <a:r>
              <a:rPr sz="975" b="1">
                <a:solidFill>
                  <a:srgbClr val="0A0A0A"/>
                </a:solidFill>
                <a:latin typeface="Arial"/>
                <a:ea typeface="Arial"/>
                <a:cs typeface="Arial"/>
              </a:rPr>
              <a:t>Model Evaluation</a:t>
            </a:r>
          </a:p>
        </p:txBody>
      </p:sp>
      <p:sp>
        <p:nvSpPr>
          <p:cNvPr id="32" name="text-32">
            <a:extLst xmlns:a="http://schemas.openxmlformats.org/drawingml/2006/main">
              <a:ext uri="{FF2B5EF4-FFF2-40B4-BE49-F238E27FC236}">
                <a16:creationId xmlns:a16="http://schemas.microsoft.com/office/drawing/2014/main" id="{2FB4EEE1-B3FF-4AA6-BCC6-DBC4294C46AA}"/>
              </a:ext>
            </a:extLst>
          </p:cNvPr>
          <p:cNvSpPr>
            <a:spLocks xmlns:a="http://schemas.openxmlformats.org/drawingml/2006/main" noGrp="1"/>
          </p:cNvSpPr>
          <p:nvPr/>
        </p:nvSpPr>
        <p:spPr>
          <a:xfrm xmlns:a="http://schemas.openxmlformats.org/drawingml/2006/main">
            <a:off x="1336328" y="2490788"/>
            <a:ext cx="2574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50" b="0">
                <a:solidFill>
                  <a:srgbClr val="888888"/>
                </a:solidFill>
                <a:latin typeface="Courier New"/>
                <a:ea typeface="Courier New"/>
                <a:cs typeface="Courier New"/>
              </a:defRPr>
            </a:defPPr>
            <a:lvl1pPr>
              <a:defRPr sz="750" b="0">
                <a:solidFill>
                  <a:srgbClr val="888888"/>
                </a:solidFill>
                <a:latin typeface="Courier New"/>
                <a:ea typeface="Courier New"/>
                <a:cs typeface="Courier New"/>
              </a:defRPr>
            </a:lvl1pPr>
            <a:lvl2pPr>
              <a:defRPr sz="750" b="0">
                <a:solidFill>
                  <a:srgbClr val="888888"/>
                </a:solidFill>
                <a:latin typeface="Courier New"/>
                <a:ea typeface="Courier New"/>
                <a:cs typeface="Courier New"/>
              </a:defRPr>
            </a:lvl2pPr>
            <a:lvl3pPr>
              <a:defRPr sz="750" b="0">
                <a:solidFill>
                  <a:srgbClr val="888888"/>
                </a:solidFill>
                <a:latin typeface="Courier New"/>
                <a:ea typeface="Courier New"/>
                <a:cs typeface="Courier New"/>
              </a:defRPr>
            </a:lvl3pPr>
            <a:lvl4pPr>
              <a:defRPr sz="750" b="0">
                <a:solidFill>
                  <a:srgbClr val="888888"/>
                </a:solidFill>
                <a:latin typeface="Courier New"/>
                <a:ea typeface="Courier New"/>
                <a:cs typeface="Courier New"/>
              </a:defRPr>
            </a:lvl4pPr>
            <a:lvl5pPr>
              <a:defRPr sz="750" b="0">
                <a:solidFill>
                  <a:srgbClr val="888888"/>
                </a:solidFill>
                <a:latin typeface="Courier New"/>
                <a:ea typeface="Courier New"/>
                <a:cs typeface="Courier New"/>
              </a:defRPr>
            </a:lvl5pPr>
            <a:lvl6pPr>
              <a:defRPr sz="750" b="0">
                <a:solidFill>
                  <a:srgbClr val="888888"/>
                </a:solidFill>
                <a:latin typeface="Courier New"/>
                <a:ea typeface="Courier New"/>
                <a:cs typeface="Courier New"/>
              </a:defRPr>
            </a:lvl6pPr>
            <a:lvl7pPr>
              <a:defRPr sz="750" b="0">
                <a:solidFill>
                  <a:srgbClr val="888888"/>
                </a:solidFill>
                <a:latin typeface="Courier New"/>
                <a:ea typeface="Courier New"/>
                <a:cs typeface="Courier New"/>
              </a:defRPr>
            </a:lvl7pPr>
            <a:lvl8pPr>
              <a:defRPr sz="750" b="0">
                <a:solidFill>
                  <a:srgbClr val="888888"/>
                </a:solidFill>
                <a:latin typeface="Courier New"/>
                <a:ea typeface="Courier New"/>
                <a:cs typeface="Courier New"/>
              </a:defRPr>
            </a:lvl8pPr>
            <a:lvl9pPr>
              <a:defRPr sz="750" b="0">
                <a:solidFill>
                  <a:srgbClr val="888888"/>
                </a:solidFill>
                <a:latin typeface="Courier New"/>
                <a:ea typeface="Courier New"/>
                <a:cs typeface="Courier New"/>
              </a:defRPr>
            </a:lvl9pPr>
          </a:lstStyle>
          <a:p xmlns:a="http://schemas.openxmlformats.org/drawingml/2006/main">
            <a:pPr>
              <a:defRPr sz="750" b="0">
                <a:solidFill>
                  <a:srgbClr val="888888"/>
                </a:solidFill>
                <a:latin typeface="Courier New"/>
                <a:ea typeface="Courier New"/>
                <a:cs typeface="Courier New"/>
              </a:defRPr>
            </a:pPr>
            <a:r>
              <a:rPr sz="750" b="0">
                <a:solidFill>
                  <a:srgbClr val="888888"/>
                </a:solidFill>
                <a:latin typeface="Courier New"/>
                <a:ea typeface="Courier New"/>
                <a:cs typeface="Courier New"/>
              </a:rPr>
              <a:t>Accuracy · F1 · AUC-ROC · Precision</a:t>
            </a:r>
          </a:p>
        </p:txBody>
      </p:sp>
      <p:sp>
        <p:nvSpPr>
          <p:cNvPr id="33" name="">
            <a:extLst xmlns:a="http://schemas.openxmlformats.org/drawingml/2006/main">
              <a:ext uri="{FF2B5EF4-FFF2-40B4-BE49-F238E27FC236}">
                <a16:creationId xmlns:a16="http://schemas.microsoft.com/office/drawing/2014/main" id="{3B4C2D47-85D8-47B5-ABE1-544B8090182F}"/>
              </a:ext>
            </a:extLst>
          </p:cNvPr>
          <p:cNvSpPr>
            <a:spLocks xmlns:a="http://schemas.openxmlformats.org/drawingml/2006/main" noGrp="1"/>
          </p:cNvSpPr>
          <p:nvPr/>
        </p:nvSpPr>
        <p:spPr>
          <a:xfrm xmlns:a="http://schemas.openxmlformats.org/drawingml/2006/main">
            <a:off x="4330601" y="2233613"/>
            <a:ext cx="3511600" cy="47625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4" name="text-34">
            <a:extLst xmlns:a="http://schemas.openxmlformats.org/drawingml/2006/main">
              <a:ext uri="{FF2B5EF4-FFF2-40B4-BE49-F238E27FC236}">
                <a16:creationId xmlns:a16="http://schemas.microsoft.com/office/drawing/2014/main" id="{E41E3496-78A6-450C-8A35-748DB9E3DEE8}"/>
              </a:ext>
            </a:extLst>
          </p:cNvPr>
          <p:cNvSpPr>
            <a:spLocks xmlns:a="http://schemas.openxmlformats.org/drawingml/2006/main" noGrp="1"/>
          </p:cNvSpPr>
          <p:nvPr/>
        </p:nvSpPr>
        <p:spPr>
          <a:xfrm xmlns:a="http://schemas.openxmlformats.org/drawingml/2006/main">
            <a:off x="5477321" y="2347913"/>
            <a:ext cx="161932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FFFFFF"/>
                </a:solidFill>
                <a:latin typeface="Arial"/>
                <a:ea typeface="Arial"/>
                <a:cs typeface="Arial"/>
              </a:defRPr>
            </a:defPPr>
            <a:lvl1pPr>
              <a:defRPr sz="975" b="1">
                <a:solidFill>
                  <a:srgbClr val="FFFFFF"/>
                </a:solidFill>
                <a:latin typeface="Arial"/>
                <a:ea typeface="Arial"/>
                <a:cs typeface="Arial"/>
              </a:defRPr>
            </a:lvl1pPr>
            <a:lvl2pPr>
              <a:defRPr sz="975" b="1">
                <a:solidFill>
                  <a:srgbClr val="FFFFFF"/>
                </a:solidFill>
                <a:latin typeface="Arial"/>
                <a:ea typeface="Arial"/>
                <a:cs typeface="Arial"/>
              </a:defRPr>
            </a:lvl2pPr>
            <a:lvl3pPr>
              <a:defRPr sz="975" b="1">
                <a:solidFill>
                  <a:srgbClr val="FFFFFF"/>
                </a:solidFill>
                <a:latin typeface="Arial"/>
                <a:ea typeface="Arial"/>
                <a:cs typeface="Arial"/>
              </a:defRPr>
            </a:lvl3pPr>
            <a:lvl4pPr>
              <a:defRPr sz="975" b="1">
                <a:solidFill>
                  <a:srgbClr val="FFFFFF"/>
                </a:solidFill>
                <a:latin typeface="Arial"/>
                <a:ea typeface="Arial"/>
                <a:cs typeface="Arial"/>
              </a:defRPr>
            </a:lvl4pPr>
            <a:lvl5pPr>
              <a:defRPr sz="975" b="1">
                <a:solidFill>
                  <a:srgbClr val="FFFFFF"/>
                </a:solidFill>
                <a:latin typeface="Arial"/>
                <a:ea typeface="Arial"/>
                <a:cs typeface="Arial"/>
              </a:defRPr>
            </a:lvl5pPr>
            <a:lvl6pPr>
              <a:defRPr sz="975" b="1">
                <a:solidFill>
                  <a:srgbClr val="FFFFFF"/>
                </a:solidFill>
                <a:latin typeface="Arial"/>
                <a:ea typeface="Arial"/>
                <a:cs typeface="Arial"/>
              </a:defRPr>
            </a:lvl6pPr>
            <a:lvl7pPr>
              <a:defRPr sz="975" b="1">
                <a:solidFill>
                  <a:srgbClr val="FFFFFF"/>
                </a:solidFill>
                <a:latin typeface="Arial"/>
                <a:ea typeface="Arial"/>
                <a:cs typeface="Arial"/>
              </a:defRPr>
            </a:lvl7pPr>
            <a:lvl8pPr>
              <a:defRPr sz="975" b="1">
                <a:solidFill>
                  <a:srgbClr val="FFFFFF"/>
                </a:solidFill>
                <a:latin typeface="Arial"/>
                <a:ea typeface="Arial"/>
                <a:cs typeface="Arial"/>
              </a:defRPr>
            </a:lvl8pPr>
            <a:lvl9pPr>
              <a:defRPr sz="975" b="1">
                <a:solidFill>
                  <a:srgbClr val="FFFFFF"/>
                </a:solidFill>
                <a:latin typeface="Arial"/>
                <a:ea typeface="Arial"/>
                <a:cs typeface="Arial"/>
              </a:defRPr>
            </a:lvl9pPr>
          </a:lstStyle>
          <a:p xmlns:a="http://schemas.openxmlformats.org/drawingml/2006/main">
            <a:pPr>
              <a:defRPr sz="975" b="1">
                <a:solidFill>
                  <a:srgbClr val="FFFFFF"/>
                </a:solidFill>
                <a:latin typeface="Arial"/>
                <a:ea typeface="Arial"/>
                <a:cs typeface="Arial"/>
              </a:defRPr>
            </a:pPr>
            <a:r>
              <a:rPr sz="975" b="1">
                <a:solidFill>
                  <a:srgbClr val="FFFFFF"/>
                </a:solidFill>
                <a:latin typeface="Arial"/>
                <a:ea typeface="Arial"/>
                <a:cs typeface="Arial"/>
              </a:rPr>
              <a:t>SHAP Explainable AI</a:t>
            </a:r>
          </a:p>
        </p:txBody>
      </p:sp>
      <p:sp>
        <p:nvSpPr>
          <p:cNvPr id="35" name="text-35">
            <a:extLst xmlns:a="http://schemas.openxmlformats.org/drawingml/2006/main">
              <a:ext uri="{FF2B5EF4-FFF2-40B4-BE49-F238E27FC236}">
                <a16:creationId xmlns:a16="http://schemas.microsoft.com/office/drawing/2014/main" id="{35FBB5C7-8E53-45C1-94D4-3BA6C2541615}"/>
              </a:ext>
            </a:extLst>
          </p:cNvPr>
          <p:cNvSpPr>
            <a:spLocks xmlns:a="http://schemas.openxmlformats.org/drawingml/2006/main" noGrp="1"/>
          </p:cNvSpPr>
          <p:nvPr/>
        </p:nvSpPr>
        <p:spPr>
          <a:xfrm xmlns:a="http://schemas.openxmlformats.org/drawingml/2006/main">
            <a:off x="5200352" y="2490788"/>
            <a:ext cx="2295126"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50" b="0">
                <a:solidFill>
                  <a:srgbClr val="B3C1E5"/>
                </a:solidFill>
                <a:latin typeface="Courier New"/>
                <a:ea typeface="Courier New"/>
                <a:cs typeface="Courier New"/>
              </a:defRPr>
            </a:defPPr>
            <a:lvl1pPr>
              <a:defRPr sz="750" b="0">
                <a:solidFill>
                  <a:srgbClr val="B3C1E5"/>
                </a:solidFill>
                <a:latin typeface="Courier New"/>
                <a:ea typeface="Courier New"/>
                <a:cs typeface="Courier New"/>
              </a:defRPr>
            </a:lvl1pPr>
            <a:lvl2pPr>
              <a:defRPr sz="750" b="0">
                <a:solidFill>
                  <a:srgbClr val="B3C1E5"/>
                </a:solidFill>
                <a:latin typeface="Courier New"/>
                <a:ea typeface="Courier New"/>
                <a:cs typeface="Courier New"/>
              </a:defRPr>
            </a:lvl2pPr>
            <a:lvl3pPr>
              <a:defRPr sz="750" b="0">
                <a:solidFill>
                  <a:srgbClr val="B3C1E5"/>
                </a:solidFill>
                <a:latin typeface="Courier New"/>
                <a:ea typeface="Courier New"/>
                <a:cs typeface="Courier New"/>
              </a:defRPr>
            </a:lvl3pPr>
            <a:lvl4pPr>
              <a:defRPr sz="750" b="0">
                <a:solidFill>
                  <a:srgbClr val="B3C1E5"/>
                </a:solidFill>
                <a:latin typeface="Courier New"/>
                <a:ea typeface="Courier New"/>
                <a:cs typeface="Courier New"/>
              </a:defRPr>
            </a:lvl4pPr>
            <a:lvl5pPr>
              <a:defRPr sz="750" b="0">
                <a:solidFill>
                  <a:srgbClr val="B3C1E5"/>
                </a:solidFill>
                <a:latin typeface="Courier New"/>
                <a:ea typeface="Courier New"/>
                <a:cs typeface="Courier New"/>
              </a:defRPr>
            </a:lvl5pPr>
            <a:lvl6pPr>
              <a:defRPr sz="750" b="0">
                <a:solidFill>
                  <a:srgbClr val="B3C1E5"/>
                </a:solidFill>
                <a:latin typeface="Courier New"/>
                <a:ea typeface="Courier New"/>
                <a:cs typeface="Courier New"/>
              </a:defRPr>
            </a:lvl6pPr>
            <a:lvl7pPr>
              <a:defRPr sz="750" b="0">
                <a:solidFill>
                  <a:srgbClr val="B3C1E5"/>
                </a:solidFill>
                <a:latin typeface="Courier New"/>
                <a:ea typeface="Courier New"/>
                <a:cs typeface="Courier New"/>
              </a:defRPr>
            </a:lvl7pPr>
            <a:lvl8pPr>
              <a:defRPr sz="750" b="0">
                <a:solidFill>
                  <a:srgbClr val="B3C1E5"/>
                </a:solidFill>
                <a:latin typeface="Courier New"/>
                <a:ea typeface="Courier New"/>
                <a:cs typeface="Courier New"/>
              </a:defRPr>
            </a:lvl8pPr>
            <a:lvl9pPr>
              <a:defRPr sz="750" b="0">
                <a:solidFill>
                  <a:srgbClr val="B3C1E5"/>
                </a:solidFill>
                <a:latin typeface="Courier New"/>
                <a:ea typeface="Courier New"/>
                <a:cs typeface="Courier New"/>
              </a:defRPr>
            </a:lvl9pPr>
          </a:lstStyle>
          <a:p xmlns:a="http://schemas.openxmlformats.org/drawingml/2006/main">
            <a:pPr>
              <a:defRPr sz="750" b="0">
                <a:solidFill>
                  <a:srgbClr val="B3C1E5"/>
                </a:solidFill>
                <a:latin typeface="Courier New"/>
                <a:ea typeface="Courier New"/>
                <a:cs typeface="Courier New"/>
              </a:defRPr>
            </a:pPr>
            <a:r>
              <a:rPr sz="750" b="0">
                <a:solidFill>
                  <a:srgbClr val="B3C1E5"/>
                </a:solidFill>
                <a:latin typeface="Courier New"/>
                <a:ea typeface="Courier New"/>
                <a:cs typeface="Courier New"/>
              </a:rPr>
              <a:t>Global &amp; Local Interpretability</a:t>
            </a:r>
          </a:p>
        </p:txBody>
      </p:sp>
      <p:sp>
        <p:nvSpPr>
          <p:cNvPr id="36" name="">
            <a:extLst xmlns:a="http://schemas.openxmlformats.org/drawingml/2006/main">
              <a:ext uri="{FF2B5EF4-FFF2-40B4-BE49-F238E27FC236}">
                <a16:creationId xmlns:a16="http://schemas.microsoft.com/office/drawing/2014/main" id="{F2A32B2C-08AB-45D1-870D-D1C944D29536}"/>
              </a:ext>
            </a:extLst>
          </p:cNvPr>
          <p:cNvSpPr>
            <a:spLocks xmlns:a="http://schemas.openxmlformats.org/drawingml/2006/main" noGrp="1"/>
          </p:cNvSpPr>
          <p:nvPr/>
        </p:nvSpPr>
        <p:spPr>
          <a:xfrm xmlns:a="http://schemas.openxmlformats.org/drawingml/2006/main">
            <a:off x="8070800" y="2190750"/>
            <a:ext cx="3549700" cy="561975"/>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7" name="text-37">
            <a:extLst xmlns:a="http://schemas.openxmlformats.org/drawingml/2006/main">
              <a:ext uri="{FF2B5EF4-FFF2-40B4-BE49-F238E27FC236}">
                <a16:creationId xmlns:a16="http://schemas.microsoft.com/office/drawing/2014/main" id="{13F82DF0-C55D-44B8-9B9B-B93B5FC90EA8}"/>
              </a:ext>
            </a:extLst>
          </p:cNvPr>
          <p:cNvSpPr>
            <a:spLocks xmlns:a="http://schemas.openxmlformats.org/drawingml/2006/main" noGrp="1"/>
          </p:cNvSpPr>
          <p:nvPr/>
        </p:nvSpPr>
        <p:spPr>
          <a:xfrm xmlns:a="http://schemas.openxmlformats.org/drawingml/2006/main">
            <a:off x="8975080" y="2343150"/>
            <a:ext cx="2257541"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FFFFFF"/>
                </a:solidFill>
                <a:latin typeface="Arial"/>
                <a:ea typeface="Arial"/>
                <a:cs typeface="Arial"/>
              </a:defRPr>
            </a:defPPr>
            <a:lvl1pPr>
              <a:defRPr sz="1050" b="1">
                <a:solidFill>
                  <a:srgbClr val="FFFFFF"/>
                </a:solidFill>
                <a:latin typeface="Arial"/>
                <a:ea typeface="Arial"/>
                <a:cs typeface="Arial"/>
              </a:defRPr>
            </a:lvl1pPr>
            <a:lvl2pPr>
              <a:defRPr sz="1050" b="1">
                <a:solidFill>
                  <a:srgbClr val="FFFFFF"/>
                </a:solidFill>
                <a:latin typeface="Arial"/>
                <a:ea typeface="Arial"/>
                <a:cs typeface="Arial"/>
              </a:defRPr>
            </a:lvl2pPr>
            <a:lvl3pPr>
              <a:defRPr sz="1050" b="1">
                <a:solidFill>
                  <a:srgbClr val="FFFFFF"/>
                </a:solidFill>
                <a:latin typeface="Arial"/>
                <a:ea typeface="Arial"/>
                <a:cs typeface="Arial"/>
              </a:defRPr>
            </a:lvl3pPr>
            <a:lvl4pPr>
              <a:defRPr sz="1050" b="1">
                <a:solidFill>
                  <a:srgbClr val="FFFFFF"/>
                </a:solidFill>
                <a:latin typeface="Arial"/>
                <a:ea typeface="Arial"/>
                <a:cs typeface="Arial"/>
              </a:defRPr>
            </a:lvl4pPr>
            <a:lvl5pPr>
              <a:defRPr sz="1050" b="1">
                <a:solidFill>
                  <a:srgbClr val="FFFFFF"/>
                </a:solidFill>
                <a:latin typeface="Arial"/>
                <a:ea typeface="Arial"/>
                <a:cs typeface="Arial"/>
              </a:defRPr>
            </a:lvl5pPr>
            <a:lvl6pPr>
              <a:defRPr sz="1050" b="1">
                <a:solidFill>
                  <a:srgbClr val="FFFFFF"/>
                </a:solidFill>
                <a:latin typeface="Arial"/>
                <a:ea typeface="Arial"/>
                <a:cs typeface="Arial"/>
              </a:defRPr>
            </a:lvl6pPr>
            <a:lvl7pPr>
              <a:defRPr sz="1050" b="1">
                <a:solidFill>
                  <a:srgbClr val="FFFFFF"/>
                </a:solidFill>
                <a:latin typeface="Arial"/>
                <a:ea typeface="Arial"/>
                <a:cs typeface="Arial"/>
              </a:defRPr>
            </a:lvl7pPr>
            <a:lvl8pPr>
              <a:defRPr sz="1050" b="1">
                <a:solidFill>
                  <a:srgbClr val="FFFFFF"/>
                </a:solidFill>
                <a:latin typeface="Arial"/>
                <a:ea typeface="Arial"/>
                <a:cs typeface="Arial"/>
              </a:defRPr>
            </a:lvl8pPr>
            <a:lvl9pPr>
              <a:defRPr sz="1050" b="1">
                <a:solidFill>
                  <a:srgbClr val="FFFFFF"/>
                </a:solidFill>
                <a:latin typeface="Arial"/>
                <a:ea typeface="Arial"/>
                <a:cs typeface="Arial"/>
              </a:defRPr>
            </a:lvl9pPr>
          </a:lstStyle>
          <a:p xmlns:a="http://schemas.openxmlformats.org/drawingml/2006/main">
            <a:pPr>
              <a:defRPr sz="1050" b="1">
                <a:solidFill>
                  <a:srgbClr val="FFFFFF"/>
                </a:solidFill>
                <a:latin typeface="Arial"/>
                <a:ea typeface="Arial"/>
                <a:cs typeface="Arial"/>
              </a:defRPr>
            </a:pPr>
            <a:r>
              <a:rPr sz="1050" b="1">
                <a:solidFill>
                  <a:srgbClr val="FFFFFF"/>
                </a:solidFill>
                <a:latin typeface="Arial"/>
                <a:ea typeface="Arial"/>
                <a:cs typeface="Arial"/>
              </a:rPr>
              <a:t>Customer Churn Prediction</a:t>
            </a:r>
          </a:p>
        </p:txBody>
      </p:sp>
      <p:sp>
        <p:nvSpPr>
          <p:cNvPr id="38" name="text-38">
            <a:extLst xmlns:a="http://schemas.openxmlformats.org/drawingml/2006/main">
              <a:ext uri="{FF2B5EF4-FFF2-40B4-BE49-F238E27FC236}">
                <a16:creationId xmlns:a16="http://schemas.microsoft.com/office/drawing/2014/main" id="{4172E588-9F08-4C5B-AD01-DBCAD6B22A21}"/>
              </a:ext>
            </a:extLst>
          </p:cNvPr>
          <p:cNvSpPr>
            <a:spLocks xmlns:a="http://schemas.openxmlformats.org/drawingml/2006/main" noGrp="1"/>
          </p:cNvSpPr>
          <p:nvPr/>
        </p:nvSpPr>
        <p:spPr>
          <a:xfrm xmlns:a="http://schemas.openxmlformats.org/drawingml/2006/main">
            <a:off x="9016752" y="2495550"/>
            <a:ext cx="215568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50" b="0">
                <a:solidFill>
                  <a:srgbClr val="B3C1E5"/>
                </a:solidFill>
                <a:latin typeface="Courier New"/>
                <a:ea typeface="Courier New"/>
                <a:cs typeface="Courier New"/>
              </a:defRPr>
            </a:defPPr>
            <a:lvl1pPr>
              <a:defRPr sz="750" b="0">
                <a:solidFill>
                  <a:srgbClr val="B3C1E5"/>
                </a:solidFill>
                <a:latin typeface="Courier New"/>
                <a:ea typeface="Courier New"/>
                <a:cs typeface="Courier New"/>
              </a:defRPr>
            </a:lvl1pPr>
            <a:lvl2pPr>
              <a:defRPr sz="750" b="0">
                <a:solidFill>
                  <a:srgbClr val="B3C1E5"/>
                </a:solidFill>
                <a:latin typeface="Courier New"/>
                <a:ea typeface="Courier New"/>
                <a:cs typeface="Courier New"/>
              </a:defRPr>
            </a:lvl2pPr>
            <a:lvl3pPr>
              <a:defRPr sz="750" b="0">
                <a:solidFill>
                  <a:srgbClr val="B3C1E5"/>
                </a:solidFill>
                <a:latin typeface="Courier New"/>
                <a:ea typeface="Courier New"/>
                <a:cs typeface="Courier New"/>
              </a:defRPr>
            </a:lvl3pPr>
            <a:lvl4pPr>
              <a:defRPr sz="750" b="0">
                <a:solidFill>
                  <a:srgbClr val="B3C1E5"/>
                </a:solidFill>
                <a:latin typeface="Courier New"/>
                <a:ea typeface="Courier New"/>
                <a:cs typeface="Courier New"/>
              </a:defRPr>
            </a:lvl4pPr>
            <a:lvl5pPr>
              <a:defRPr sz="750" b="0">
                <a:solidFill>
                  <a:srgbClr val="B3C1E5"/>
                </a:solidFill>
                <a:latin typeface="Courier New"/>
                <a:ea typeface="Courier New"/>
                <a:cs typeface="Courier New"/>
              </a:defRPr>
            </a:lvl5pPr>
            <a:lvl6pPr>
              <a:defRPr sz="750" b="0">
                <a:solidFill>
                  <a:srgbClr val="B3C1E5"/>
                </a:solidFill>
                <a:latin typeface="Courier New"/>
                <a:ea typeface="Courier New"/>
                <a:cs typeface="Courier New"/>
              </a:defRPr>
            </a:lvl6pPr>
            <a:lvl7pPr>
              <a:defRPr sz="750" b="0">
                <a:solidFill>
                  <a:srgbClr val="B3C1E5"/>
                </a:solidFill>
                <a:latin typeface="Courier New"/>
                <a:ea typeface="Courier New"/>
                <a:cs typeface="Courier New"/>
              </a:defRPr>
            </a:lvl7pPr>
            <a:lvl8pPr>
              <a:defRPr sz="750" b="0">
                <a:solidFill>
                  <a:srgbClr val="B3C1E5"/>
                </a:solidFill>
                <a:latin typeface="Courier New"/>
                <a:ea typeface="Courier New"/>
                <a:cs typeface="Courier New"/>
              </a:defRPr>
            </a:lvl8pPr>
            <a:lvl9pPr>
              <a:defRPr sz="750" b="0">
                <a:solidFill>
                  <a:srgbClr val="B3C1E5"/>
                </a:solidFill>
                <a:latin typeface="Courier New"/>
                <a:ea typeface="Courier New"/>
                <a:cs typeface="Courier New"/>
              </a:defRPr>
            </a:lvl9pPr>
          </a:lstStyle>
          <a:p xmlns:a="http://schemas.openxmlformats.org/drawingml/2006/main">
            <a:pPr>
              <a:defRPr sz="750" b="0">
                <a:solidFill>
                  <a:srgbClr val="B3C1E5"/>
                </a:solidFill>
                <a:latin typeface="Courier New"/>
                <a:ea typeface="Courier New"/>
                <a:cs typeface="Courier New"/>
              </a:defRPr>
            </a:pPr>
            <a:r>
              <a:rPr sz="750" b="0">
                <a:solidFill>
                  <a:srgbClr val="B3C1E5"/>
                </a:solidFill>
                <a:latin typeface="Courier New"/>
                <a:ea typeface="Courier New"/>
                <a:cs typeface="Courier New"/>
              </a:rPr>
              <a:t>Actionable Retention Insights</a:t>
            </a:r>
          </a:p>
        </p:txBody>
      </p:sp>
      <p:sp>
        <p:nvSpPr>
          <p:cNvPr id="39" name="">
            <a:extLst xmlns:a="http://schemas.openxmlformats.org/drawingml/2006/main">
              <a:ext uri="{FF2B5EF4-FFF2-40B4-BE49-F238E27FC236}">
                <a16:creationId xmlns:a16="http://schemas.microsoft.com/office/drawing/2014/main" id="{EE96393A-25CE-4945-9F3D-96F59B8C29B5}"/>
              </a:ext>
            </a:extLst>
          </p:cNvPr>
          <p:cNvSpPr>
            <a:spLocks xmlns:a="http://schemas.openxmlformats.org/drawingml/2006/main" noGrp="1"/>
          </p:cNvSpPr>
          <p:nvPr/>
        </p:nvSpPr>
        <p:spPr>
          <a:xfrm xmlns:a="http://schemas.openxmlformats.org/drawingml/2006/main">
            <a:off x="4255443" y="2886075"/>
            <a:ext cx="95250" cy="9525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BAFA331-7D0E-4691-B85A-E8594A828B65}"/>
              </a:ext>
            </a:extLst>
          </p:cNvPr>
          <p:cNvSpPr>
            <a:spLocks xmlns:a="http://schemas.openxmlformats.org/drawingml/2006/main" noGrp="1"/>
          </p:cNvSpPr>
          <p:nvPr/>
        </p:nvSpPr>
        <p:spPr>
          <a:xfrm xmlns:a="http://schemas.openxmlformats.org/drawingml/2006/main">
            <a:off x="5516761" y="2886075"/>
            <a:ext cx="95250" cy="9525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D132AC2-92C4-47BC-965D-2A450C8FE9E4}"/>
              </a:ext>
            </a:extLst>
          </p:cNvPr>
          <p:cNvSpPr>
            <a:spLocks xmlns:a="http://schemas.openxmlformats.org/drawingml/2006/main" noGrp="1"/>
          </p:cNvSpPr>
          <p:nvPr/>
        </p:nvSpPr>
        <p:spPr>
          <a:xfrm xmlns:a="http://schemas.openxmlformats.org/drawingml/2006/main">
            <a:off x="6966645" y="2886075"/>
            <a:ext cx="95250" cy="9525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42" name="text-42">
            <a:extLst xmlns:a="http://schemas.openxmlformats.org/drawingml/2006/main">
              <a:ext uri="{FF2B5EF4-FFF2-40B4-BE49-F238E27FC236}">
                <a16:creationId xmlns:a16="http://schemas.microsoft.com/office/drawing/2014/main" id="{C605C620-5D9B-469A-956D-D61446FCE9D9}"/>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A0A0A"/>
                </a:solidFill>
                <a:latin typeface="Courier New"/>
                <a:ea typeface="Courier New"/>
                <a:cs typeface="Courier New"/>
              </a:defRPr>
            </a:defPPr>
            <a:lvl1pPr>
              <a:defRPr sz="825" b="0">
                <a:solidFill>
                  <a:srgbClr val="0A0A0A"/>
                </a:solidFill>
                <a:latin typeface="Courier New"/>
                <a:ea typeface="Courier New"/>
                <a:cs typeface="Courier New"/>
              </a:defRPr>
            </a:lvl1pPr>
            <a:lvl2pPr>
              <a:defRPr sz="825" b="0">
                <a:solidFill>
                  <a:srgbClr val="0A0A0A"/>
                </a:solidFill>
                <a:latin typeface="Courier New"/>
                <a:ea typeface="Courier New"/>
                <a:cs typeface="Courier New"/>
              </a:defRPr>
            </a:lvl2pPr>
            <a:lvl3pPr>
              <a:defRPr sz="825" b="0">
                <a:solidFill>
                  <a:srgbClr val="0A0A0A"/>
                </a:solidFill>
                <a:latin typeface="Courier New"/>
                <a:ea typeface="Courier New"/>
                <a:cs typeface="Courier New"/>
              </a:defRPr>
            </a:lvl3pPr>
            <a:lvl4pPr>
              <a:defRPr sz="825" b="0">
                <a:solidFill>
                  <a:srgbClr val="0A0A0A"/>
                </a:solidFill>
                <a:latin typeface="Courier New"/>
                <a:ea typeface="Courier New"/>
                <a:cs typeface="Courier New"/>
              </a:defRPr>
            </a:lvl4pPr>
            <a:lvl5pPr>
              <a:defRPr sz="825" b="0">
                <a:solidFill>
                  <a:srgbClr val="0A0A0A"/>
                </a:solidFill>
                <a:latin typeface="Courier New"/>
                <a:ea typeface="Courier New"/>
                <a:cs typeface="Courier New"/>
              </a:defRPr>
            </a:lvl5pPr>
            <a:lvl6pPr>
              <a:defRPr sz="825" b="0">
                <a:solidFill>
                  <a:srgbClr val="0A0A0A"/>
                </a:solidFill>
                <a:latin typeface="Courier New"/>
                <a:ea typeface="Courier New"/>
                <a:cs typeface="Courier New"/>
              </a:defRPr>
            </a:lvl6pPr>
            <a:lvl7pPr>
              <a:defRPr sz="825" b="0">
                <a:solidFill>
                  <a:srgbClr val="0A0A0A"/>
                </a:solidFill>
                <a:latin typeface="Courier New"/>
                <a:ea typeface="Courier New"/>
                <a:cs typeface="Courier New"/>
              </a:defRPr>
            </a:lvl7pPr>
            <a:lvl8pPr>
              <a:defRPr sz="825" b="0">
                <a:solidFill>
                  <a:srgbClr val="0A0A0A"/>
                </a:solidFill>
                <a:latin typeface="Courier New"/>
                <a:ea typeface="Courier New"/>
                <a:cs typeface="Courier New"/>
              </a:defRPr>
            </a:lvl8pPr>
            <a:lvl9pPr>
              <a:defRPr sz="825" b="0">
                <a:solidFill>
                  <a:srgbClr val="0A0A0A"/>
                </a:solidFill>
                <a:latin typeface="Courier New"/>
                <a:ea typeface="Courier New"/>
                <a:cs typeface="Courier New"/>
              </a:defRPr>
            </a:lvl9pPr>
          </a:lstStyle>
          <a:p xmlns:a="http://schemas.openxmlformats.org/drawingml/2006/main">
            <a:pPr>
              <a:defRPr sz="825" b="0">
                <a:solidFill>
                  <a:srgbClr val="0A0A0A"/>
                </a:solidFill>
                <a:latin typeface="Courier New"/>
                <a:ea typeface="Courier New"/>
                <a:cs typeface="Courier New"/>
              </a:defRPr>
            </a:pPr>
            <a:r>
              <a:rPr sz="825" b="0">
                <a:solidFill>
                  <a:srgbClr val="0A0A0A"/>
                </a:solidFill>
                <a:latin typeface="Courier New"/>
                <a:ea typeface="Courier New"/>
                <a:cs typeface="Courier New"/>
              </a:rPr>
              <a:t>LESS / GRID / MONO</a:t>
            </a:r>
          </a:p>
        </p:txBody>
      </p:sp>
      <p:sp>
        <p:nvSpPr>
          <p:cNvPr id="43" name="text-43">
            <a:extLst xmlns:a="http://schemas.openxmlformats.org/drawingml/2006/main">
              <a:ext uri="{FF2B5EF4-FFF2-40B4-BE49-F238E27FC236}">
                <a16:creationId xmlns:a16="http://schemas.microsoft.com/office/drawing/2014/main" id="{7AB443F4-8CFF-401F-B3C6-5E88F56C7165}"/>
              </a:ext>
            </a:extLst>
          </p:cNvPr>
          <p:cNvSpPr>
            <a:spLocks xmlns:a="http://schemas.openxmlformats.org/drawingml/2006/main" noGrp="1"/>
          </p:cNvSpPr>
          <p:nvPr/>
        </p:nvSpPr>
        <p:spPr>
          <a:xfrm xmlns:a="http://schemas.openxmlformats.org/drawingml/2006/main">
            <a:off x="4407843" y="2895600"/>
            <a:ext cx="4438382"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666666"/>
                </a:solidFill>
                <a:latin typeface="Courier New"/>
                <a:ea typeface="Courier New"/>
                <a:cs typeface="Courier New"/>
              </a:defRPr>
            </a:defPPr>
            <a:lvl1pPr>
              <a:defRPr sz="825" b="0">
                <a:solidFill>
                  <a:srgbClr val="666666"/>
                </a:solidFill>
                <a:latin typeface="Courier New"/>
                <a:ea typeface="Courier New"/>
                <a:cs typeface="Courier New"/>
              </a:defRPr>
            </a:lvl1pPr>
            <a:lvl2pPr>
              <a:defRPr sz="825" b="0">
                <a:solidFill>
                  <a:srgbClr val="666666"/>
                </a:solidFill>
                <a:latin typeface="Courier New"/>
                <a:ea typeface="Courier New"/>
                <a:cs typeface="Courier New"/>
              </a:defRPr>
            </a:lvl2pPr>
            <a:lvl3pPr>
              <a:defRPr sz="825" b="0">
                <a:solidFill>
                  <a:srgbClr val="666666"/>
                </a:solidFill>
                <a:latin typeface="Courier New"/>
                <a:ea typeface="Courier New"/>
                <a:cs typeface="Courier New"/>
              </a:defRPr>
            </a:lvl3pPr>
            <a:lvl4pPr>
              <a:defRPr sz="825" b="0">
                <a:solidFill>
                  <a:srgbClr val="666666"/>
                </a:solidFill>
                <a:latin typeface="Courier New"/>
                <a:ea typeface="Courier New"/>
                <a:cs typeface="Courier New"/>
              </a:defRPr>
            </a:lvl4pPr>
            <a:lvl5pPr>
              <a:defRPr sz="825" b="0">
                <a:solidFill>
                  <a:srgbClr val="666666"/>
                </a:solidFill>
                <a:latin typeface="Courier New"/>
                <a:ea typeface="Courier New"/>
                <a:cs typeface="Courier New"/>
              </a:defRPr>
            </a:lvl5pPr>
            <a:lvl6pPr>
              <a:defRPr sz="825" b="0">
                <a:solidFill>
                  <a:srgbClr val="666666"/>
                </a:solidFill>
                <a:latin typeface="Courier New"/>
                <a:ea typeface="Courier New"/>
                <a:cs typeface="Courier New"/>
              </a:defRPr>
            </a:lvl6pPr>
            <a:lvl7pPr>
              <a:defRPr sz="825" b="0">
                <a:solidFill>
                  <a:srgbClr val="666666"/>
                </a:solidFill>
                <a:latin typeface="Courier New"/>
                <a:ea typeface="Courier New"/>
                <a:cs typeface="Courier New"/>
              </a:defRPr>
            </a:lvl7pPr>
            <a:lvl8pPr>
              <a:defRPr sz="825" b="0">
                <a:solidFill>
                  <a:srgbClr val="666666"/>
                </a:solidFill>
                <a:latin typeface="Courier New"/>
                <a:ea typeface="Courier New"/>
                <a:cs typeface="Courier New"/>
              </a:defRPr>
            </a:lvl8pPr>
            <a:lvl9pPr>
              <a:defRPr sz="825" b="0">
                <a:solidFill>
                  <a:srgbClr val="666666"/>
                </a:solidFill>
                <a:latin typeface="Courier New"/>
                <a:ea typeface="Courier New"/>
                <a:cs typeface="Courier New"/>
              </a:defRPr>
            </a:lvl9pPr>
          </a:lstStyle>
          <a:p xmlns:a="http://schemas.openxmlformats.org/drawingml/2006/main">
            <a:pPr>
              <a:defRPr sz="825" b="0">
                <a:solidFill>
                  <a:srgbClr val="666666"/>
                </a:solidFill>
                <a:latin typeface="Courier New"/>
                <a:ea typeface="Courier New"/>
                <a:cs typeface="Courier New"/>
              </a:defRPr>
            </a:pPr>
            <a:r>
              <a:rPr sz="825" b="0">
                <a:solidFill>
                  <a:srgbClr val="666666"/>
                </a:solidFill>
                <a:latin typeface="Courier New"/>
                <a:ea typeface="Courier New"/>
                <a:cs typeface="Courier New"/>
              </a:rPr>
              <a:t>Core Pipeline Processing Stage Final Output</a:t>
            </a:r>
          </a:p>
        </p:txBody>
      </p:sp>
    </p:spTree>
    <p:extLst>
      <p:ext uri="{BB962C8B-B14F-4D97-AF65-F5344CB8AC3E}">
        <p14:creationId xmlns:p14="http://schemas.microsoft.com/office/powerpoint/2010/main" val="431285265"/>
      </p:ext>
    </p:extLst>
  </p:cSld>
</p:sld>
</file>

<file path=ppt/slides/slide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9" name="text-1">
            <a:extLst xmlns:a="http://schemas.openxmlformats.org/drawingml/2006/main">
              <a:ext uri="{FF2B5EF4-FFF2-40B4-BE49-F238E27FC236}">
                <a16:creationId xmlns:a16="http://schemas.microsoft.com/office/drawing/2014/main" id="{BCB842EE-092A-4040-ACF5-916698096FBF}"/>
              </a:ext>
            </a:extLst>
          </p:cNvPr>
          <p:cNvSpPr>
            <a:spLocks xmlns:a="http://schemas.openxmlformats.org/drawingml/2006/main" noGrp="1"/>
          </p:cNvSpPr>
          <p:nvPr/>
        </p:nvSpPr>
        <p:spPr>
          <a:xfrm xmlns:a="http://schemas.openxmlformats.org/drawingml/2006/main">
            <a:off x="228600" y="114300"/>
            <a:ext cx="269040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0A0A0A"/>
                </a:solidFill>
                <a:latin typeface="Courier New"/>
                <a:ea typeface="Courier New"/>
                <a:cs typeface="Courier New"/>
              </a:defRPr>
            </a:defPPr>
            <a:lvl1pPr>
              <a:defRPr sz="975" b="0">
                <a:solidFill>
                  <a:srgbClr val="0A0A0A"/>
                </a:solidFill>
                <a:latin typeface="Courier New"/>
                <a:ea typeface="Courier New"/>
                <a:cs typeface="Courier New"/>
              </a:defRPr>
            </a:lvl1pPr>
            <a:lvl2pPr>
              <a:defRPr sz="975" b="0">
                <a:solidFill>
                  <a:srgbClr val="0A0A0A"/>
                </a:solidFill>
                <a:latin typeface="Courier New"/>
                <a:ea typeface="Courier New"/>
                <a:cs typeface="Courier New"/>
              </a:defRPr>
            </a:lvl2pPr>
            <a:lvl3pPr>
              <a:defRPr sz="975" b="0">
                <a:solidFill>
                  <a:srgbClr val="0A0A0A"/>
                </a:solidFill>
                <a:latin typeface="Courier New"/>
                <a:ea typeface="Courier New"/>
                <a:cs typeface="Courier New"/>
              </a:defRPr>
            </a:lvl3pPr>
            <a:lvl4pPr>
              <a:defRPr sz="975" b="0">
                <a:solidFill>
                  <a:srgbClr val="0A0A0A"/>
                </a:solidFill>
                <a:latin typeface="Courier New"/>
                <a:ea typeface="Courier New"/>
                <a:cs typeface="Courier New"/>
              </a:defRPr>
            </a:lvl4pPr>
            <a:lvl5pPr>
              <a:defRPr sz="975" b="0">
                <a:solidFill>
                  <a:srgbClr val="0A0A0A"/>
                </a:solidFill>
                <a:latin typeface="Courier New"/>
                <a:ea typeface="Courier New"/>
                <a:cs typeface="Courier New"/>
              </a:defRPr>
            </a:lvl5pPr>
            <a:lvl6pPr>
              <a:defRPr sz="975" b="0">
                <a:solidFill>
                  <a:srgbClr val="0A0A0A"/>
                </a:solidFill>
                <a:latin typeface="Courier New"/>
                <a:ea typeface="Courier New"/>
                <a:cs typeface="Courier New"/>
              </a:defRPr>
            </a:lvl6pPr>
            <a:lvl7pPr>
              <a:defRPr sz="975" b="0">
                <a:solidFill>
                  <a:srgbClr val="0A0A0A"/>
                </a:solidFill>
                <a:latin typeface="Courier New"/>
                <a:ea typeface="Courier New"/>
                <a:cs typeface="Courier New"/>
              </a:defRPr>
            </a:lvl7pPr>
            <a:lvl8pPr>
              <a:defRPr sz="975" b="0">
                <a:solidFill>
                  <a:srgbClr val="0A0A0A"/>
                </a:solidFill>
                <a:latin typeface="Courier New"/>
                <a:ea typeface="Courier New"/>
                <a:cs typeface="Courier New"/>
              </a:defRPr>
            </a:lvl8pPr>
            <a:lvl9pPr>
              <a:defRPr sz="975" b="0">
                <a:solidFill>
                  <a:srgbClr val="0A0A0A"/>
                </a:solidFill>
                <a:latin typeface="Courier New"/>
                <a:ea typeface="Courier New"/>
                <a:cs typeface="Courier New"/>
              </a:defRPr>
            </a:lvl9pPr>
          </a:lstStyle>
          <a:p xmlns:a="http://schemas.openxmlformats.org/drawingml/2006/main">
            <a:pPr>
              <a:defRPr sz="975" b="0">
                <a:solidFill>
                  <a:srgbClr val="0A0A0A"/>
                </a:solidFill>
                <a:latin typeface="Courier New"/>
                <a:ea typeface="Courier New"/>
                <a:cs typeface="Courier New"/>
              </a:defRPr>
            </a:pPr>
            <a:r>
              <a:rPr sz="975" b="0">
                <a:solidFill>
                  <a:srgbClr val="0A0A0A"/>
                </a:solidFill>
                <a:latin typeface="Courier New"/>
                <a:ea typeface="Courier New"/>
                <a:cs typeface="Courier New"/>
              </a:rPr>
              <a:t>07 / NOVELTY &amp; INNOVATION</a:t>
            </a:r>
          </a:p>
        </p:txBody>
      </p:sp>
      <p:sp>
        <p:nvSpPr>
          <p:cNvPr id="2" name="">
            <a:extLst xmlns:a="http://schemas.openxmlformats.org/drawingml/2006/main">
              <a:ext uri="{FF2B5EF4-FFF2-40B4-BE49-F238E27FC236}">
                <a16:creationId xmlns:a16="http://schemas.microsoft.com/office/drawing/2014/main" id="{3A2AB1EC-E629-42EA-875F-5BA8FF25096A}"/>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0C3EB591-8F51-48FB-9F41-B298EDBF6B10}"/>
              </a:ext>
            </a:extLst>
          </p:cNvPr>
          <p:cNvSpPr>
            <a:spLocks xmlns:a="http://schemas.openxmlformats.org/drawingml/2006/main" noGrp="1"/>
          </p:cNvSpPr>
          <p:nvPr/>
        </p:nvSpPr>
        <p:spPr>
          <a:xfrm xmlns:a="http://schemas.openxmlformats.org/drawingml/2006/main">
            <a:off x="571500" y="457200"/>
            <a:ext cx="3021952"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002FA7"/>
                </a:solidFill>
                <a:latin typeface="Arial"/>
                <a:ea typeface="Arial"/>
                <a:cs typeface="Arial"/>
              </a:defRPr>
            </a:defPPr>
            <a:lvl1pPr>
              <a:defRPr sz="1950" b="1">
                <a:solidFill>
                  <a:srgbClr val="002FA7"/>
                </a:solidFill>
                <a:latin typeface="Arial"/>
                <a:ea typeface="Arial"/>
                <a:cs typeface="Arial"/>
              </a:defRPr>
            </a:lvl1pPr>
            <a:lvl2pPr>
              <a:defRPr sz="1950" b="1">
                <a:solidFill>
                  <a:srgbClr val="002FA7"/>
                </a:solidFill>
                <a:latin typeface="Arial"/>
                <a:ea typeface="Arial"/>
                <a:cs typeface="Arial"/>
              </a:defRPr>
            </a:lvl2pPr>
            <a:lvl3pPr>
              <a:defRPr sz="1950" b="1">
                <a:solidFill>
                  <a:srgbClr val="002FA7"/>
                </a:solidFill>
                <a:latin typeface="Arial"/>
                <a:ea typeface="Arial"/>
                <a:cs typeface="Arial"/>
              </a:defRPr>
            </a:lvl3pPr>
            <a:lvl4pPr>
              <a:defRPr sz="1950" b="1">
                <a:solidFill>
                  <a:srgbClr val="002FA7"/>
                </a:solidFill>
                <a:latin typeface="Arial"/>
                <a:ea typeface="Arial"/>
                <a:cs typeface="Arial"/>
              </a:defRPr>
            </a:lvl4pPr>
            <a:lvl5pPr>
              <a:defRPr sz="1950" b="1">
                <a:solidFill>
                  <a:srgbClr val="002FA7"/>
                </a:solidFill>
                <a:latin typeface="Arial"/>
                <a:ea typeface="Arial"/>
                <a:cs typeface="Arial"/>
              </a:defRPr>
            </a:lvl5pPr>
            <a:lvl6pPr>
              <a:defRPr sz="1950" b="1">
                <a:solidFill>
                  <a:srgbClr val="002FA7"/>
                </a:solidFill>
                <a:latin typeface="Arial"/>
                <a:ea typeface="Arial"/>
                <a:cs typeface="Arial"/>
              </a:defRPr>
            </a:lvl6pPr>
            <a:lvl7pPr>
              <a:defRPr sz="1950" b="1">
                <a:solidFill>
                  <a:srgbClr val="002FA7"/>
                </a:solidFill>
                <a:latin typeface="Arial"/>
                <a:ea typeface="Arial"/>
                <a:cs typeface="Arial"/>
              </a:defRPr>
            </a:lvl7pPr>
            <a:lvl8pPr>
              <a:defRPr sz="1950" b="1">
                <a:solidFill>
                  <a:srgbClr val="002FA7"/>
                </a:solidFill>
                <a:latin typeface="Arial"/>
                <a:ea typeface="Arial"/>
                <a:cs typeface="Arial"/>
              </a:defRPr>
            </a:lvl8pPr>
            <a:lvl9pPr>
              <a:defRPr sz="1950" b="1">
                <a:solidFill>
                  <a:srgbClr val="002FA7"/>
                </a:solidFill>
                <a:latin typeface="Arial"/>
                <a:ea typeface="Arial"/>
                <a:cs typeface="Arial"/>
              </a:defRPr>
            </a:lvl9pPr>
          </a:lstStyle>
          <a:p xmlns:a="http://schemas.openxmlformats.org/drawingml/2006/main">
            <a:pPr>
              <a:defRPr sz="1950" b="1">
                <a:solidFill>
                  <a:srgbClr val="002FA7"/>
                </a:solidFill>
                <a:latin typeface="Arial"/>
                <a:ea typeface="Arial"/>
                <a:cs typeface="Arial"/>
              </a:defRPr>
            </a:pPr>
            <a:r>
              <a:rPr sz="1950" b="1">
                <a:solidFill>
                  <a:srgbClr val="002FA7"/>
                </a:solidFill>
                <a:latin typeface="Arial"/>
                <a:ea typeface="Arial"/>
                <a:cs typeface="Arial"/>
              </a:rPr>
              <a:t>Novelty &amp; Innovation</a:t>
            </a:r>
          </a:p>
        </p:txBody>
      </p:sp>
      <p:sp>
        <p:nvSpPr>
          <p:cNvPr id="4" name="">
            <a:extLst xmlns:a="http://schemas.openxmlformats.org/drawingml/2006/main">
              <a:ext uri="{FF2B5EF4-FFF2-40B4-BE49-F238E27FC236}">
                <a16:creationId xmlns:a16="http://schemas.microsoft.com/office/drawing/2014/main" id="{EE29E4D5-9FE4-43C2-80A5-ACB4747BBEE6}"/>
              </a:ext>
            </a:extLst>
          </p:cNvPr>
          <p:cNvSpPr>
            <a:spLocks xmlns:a="http://schemas.openxmlformats.org/drawingml/2006/main" noGrp="1"/>
          </p:cNvSpPr>
          <p:nvPr/>
        </p:nvSpPr>
        <p:spPr>
          <a:xfrm xmlns:a="http://schemas.openxmlformats.org/drawingml/2006/main">
            <a:off x="571500" y="942975"/>
            <a:ext cx="11049000" cy="1220986"/>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5" name="text-5">
            <a:extLst xmlns:a="http://schemas.openxmlformats.org/drawingml/2006/main">
              <a:ext uri="{FF2B5EF4-FFF2-40B4-BE49-F238E27FC236}">
                <a16:creationId xmlns:a16="http://schemas.microsoft.com/office/drawing/2014/main" id="{AF652CC2-BF09-4456-832E-22D6B607CA65}"/>
              </a:ext>
            </a:extLst>
          </p:cNvPr>
          <p:cNvSpPr>
            <a:spLocks xmlns:a="http://schemas.openxmlformats.org/drawingml/2006/main" noGrp="1"/>
          </p:cNvSpPr>
          <p:nvPr/>
        </p:nvSpPr>
        <p:spPr>
          <a:xfrm xmlns:a="http://schemas.openxmlformats.org/drawingml/2006/main">
            <a:off x="838200" y="1171575"/>
            <a:ext cx="1597896"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99ACDC"/>
                </a:solidFill>
                <a:latin typeface="Courier New"/>
                <a:ea typeface="Courier New"/>
                <a:cs typeface="Courier New"/>
              </a:defRPr>
            </a:defPPr>
            <a:lvl1pPr>
              <a:defRPr sz="1125" b="0">
                <a:solidFill>
                  <a:srgbClr val="99ACDC"/>
                </a:solidFill>
                <a:latin typeface="Courier New"/>
                <a:ea typeface="Courier New"/>
                <a:cs typeface="Courier New"/>
              </a:defRPr>
            </a:lvl1pPr>
            <a:lvl2pPr>
              <a:defRPr sz="1125" b="0">
                <a:solidFill>
                  <a:srgbClr val="99ACDC"/>
                </a:solidFill>
                <a:latin typeface="Courier New"/>
                <a:ea typeface="Courier New"/>
                <a:cs typeface="Courier New"/>
              </a:defRPr>
            </a:lvl2pPr>
            <a:lvl3pPr>
              <a:defRPr sz="1125" b="0">
                <a:solidFill>
                  <a:srgbClr val="99ACDC"/>
                </a:solidFill>
                <a:latin typeface="Courier New"/>
                <a:ea typeface="Courier New"/>
                <a:cs typeface="Courier New"/>
              </a:defRPr>
            </a:lvl3pPr>
            <a:lvl4pPr>
              <a:defRPr sz="1125" b="0">
                <a:solidFill>
                  <a:srgbClr val="99ACDC"/>
                </a:solidFill>
                <a:latin typeface="Courier New"/>
                <a:ea typeface="Courier New"/>
                <a:cs typeface="Courier New"/>
              </a:defRPr>
            </a:lvl4pPr>
            <a:lvl5pPr>
              <a:defRPr sz="1125" b="0">
                <a:solidFill>
                  <a:srgbClr val="99ACDC"/>
                </a:solidFill>
                <a:latin typeface="Courier New"/>
                <a:ea typeface="Courier New"/>
                <a:cs typeface="Courier New"/>
              </a:defRPr>
            </a:lvl5pPr>
            <a:lvl6pPr>
              <a:defRPr sz="1125" b="0">
                <a:solidFill>
                  <a:srgbClr val="99ACDC"/>
                </a:solidFill>
                <a:latin typeface="Courier New"/>
                <a:ea typeface="Courier New"/>
                <a:cs typeface="Courier New"/>
              </a:defRPr>
            </a:lvl6pPr>
            <a:lvl7pPr>
              <a:defRPr sz="1125" b="0">
                <a:solidFill>
                  <a:srgbClr val="99ACDC"/>
                </a:solidFill>
                <a:latin typeface="Courier New"/>
                <a:ea typeface="Courier New"/>
                <a:cs typeface="Courier New"/>
              </a:defRPr>
            </a:lvl7pPr>
            <a:lvl8pPr>
              <a:defRPr sz="1125" b="0">
                <a:solidFill>
                  <a:srgbClr val="99ACDC"/>
                </a:solidFill>
                <a:latin typeface="Courier New"/>
                <a:ea typeface="Courier New"/>
                <a:cs typeface="Courier New"/>
              </a:defRPr>
            </a:lvl8pPr>
            <a:lvl9pPr>
              <a:defRPr sz="1125" b="0">
                <a:solidFill>
                  <a:srgbClr val="99ACDC"/>
                </a:solidFill>
                <a:latin typeface="Courier New"/>
                <a:ea typeface="Courier New"/>
                <a:cs typeface="Courier New"/>
              </a:defRPr>
            </a:lvl9pPr>
          </a:lstStyle>
          <a:p xmlns:a="http://schemas.openxmlformats.org/drawingml/2006/main">
            <a:pPr>
              <a:defRPr sz="1125" b="0">
                <a:solidFill>
                  <a:srgbClr val="99ACDC"/>
                </a:solidFill>
                <a:latin typeface="Courier New"/>
                <a:ea typeface="Courier New"/>
                <a:cs typeface="Courier New"/>
              </a:defRPr>
            </a:pPr>
            <a:r>
              <a:rPr sz="1125" b="0">
                <a:solidFill>
                  <a:srgbClr val="99ACDC"/>
                </a:solidFill>
                <a:latin typeface="Courier New"/>
                <a:ea typeface="Courier New"/>
                <a:cs typeface="Courier New"/>
              </a:rPr>
              <a:t>KEY INNOVATION</a:t>
            </a:r>
          </a:p>
        </p:txBody>
      </p:sp>
      <p:sp>
        <p:nvSpPr>
          <p:cNvPr id="6" name="">
            <a:extLst xmlns:a="http://schemas.openxmlformats.org/drawingml/2006/main">
              <a:ext uri="{FF2B5EF4-FFF2-40B4-BE49-F238E27FC236}">
                <a16:creationId xmlns:a16="http://schemas.microsoft.com/office/drawing/2014/main" id="{6CB015E6-C9A7-4A03-A7C3-F112AC5FA338}"/>
              </a:ext>
            </a:extLst>
          </p:cNvPr>
          <p:cNvSpPr>
            <a:spLocks xmlns:a="http://schemas.openxmlformats.org/drawingml/2006/main" noGrp="1"/>
          </p:cNvSpPr>
          <p:nvPr/>
        </p:nvSpPr>
        <p:spPr>
          <a:xfrm xmlns:a="http://schemas.openxmlformats.org/drawingml/2006/main">
            <a:off x="571500" y="2392561"/>
            <a:ext cx="5448300" cy="6477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24BCBA-062D-4675-BDC8-FFE5D11DFC15}"/>
              </a:ext>
            </a:extLst>
          </p:cNvPr>
          <p:cNvSpPr>
            <a:spLocks xmlns:a="http://schemas.openxmlformats.org/drawingml/2006/main" noGrp="1"/>
          </p:cNvSpPr>
          <p:nvPr/>
        </p:nvSpPr>
        <p:spPr>
          <a:xfrm xmlns:a="http://schemas.openxmlformats.org/drawingml/2006/main">
            <a:off x="752475" y="2525911"/>
            <a:ext cx="381000" cy="381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8" name="text-8">
            <a:extLst xmlns:a="http://schemas.openxmlformats.org/drawingml/2006/main">
              <a:ext uri="{FF2B5EF4-FFF2-40B4-BE49-F238E27FC236}">
                <a16:creationId xmlns:a16="http://schemas.microsoft.com/office/drawing/2014/main" id="{1F828F2E-75AA-40FC-8630-D7048085B384}"/>
              </a:ext>
            </a:extLst>
          </p:cNvPr>
          <p:cNvSpPr>
            <a:spLocks xmlns:a="http://schemas.openxmlformats.org/drawingml/2006/main" noGrp="1"/>
          </p:cNvSpPr>
          <p:nvPr/>
        </p:nvSpPr>
        <p:spPr>
          <a:xfrm xmlns:a="http://schemas.openxmlformats.org/drawingml/2006/main">
            <a:off x="1266825" y="2568773"/>
            <a:ext cx="234179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Hybrid Ensemble Learning</a:t>
            </a:r>
          </a:p>
        </p:txBody>
      </p:sp>
      <p:sp>
        <p:nvSpPr>
          <p:cNvPr id="9" name="text-9">
            <a:extLst xmlns:a="http://schemas.openxmlformats.org/drawingml/2006/main">
              <a:ext uri="{FF2B5EF4-FFF2-40B4-BE49-F238E27FC236}">
                <a16:creationId xmlns:a16="http://schemas.microsoft.com/office/drawing/2014/main" id="{3A4CF6D2-248A-47FB-BD0D-ADE40C410E4A}"/>
              </a:ext>
            </a:extLst>
          </p:cNvPr>
          <p:cNvSpPr>
            <a:spLocks xmlns:a="http://schemas.openxmlformats.org/drawingml/2006/main" noGrp="1"/>
          </p:cNvSpPr>
          <p:nvPr/>
        </p:nvSpPr>
        <p:spPr>
          <a:xfrm xmlns:a="http://schemas.openxmlformats.org/drawingml/2006/main">
            <a:off x="1266825" y="2730698"/>
            <a:ext cx="3480599"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Stacking ensemble of 6 diverse ML models</a:t>
            </a:r>
          </a:p>
        </p:txBody>
      </p:sp>
      <p:sp>
        <p:nvSpPr>
          <p:cNvPr id="10" name="">
            <a:extLst xmlns:a="http://schemas.openxmlformats.org/drawingml/2006/main">
              <a:ext uri="{FF2B5EF4-FFF2-40B4-BE49-F238E27FC236}">
                <a16:creationId xmlns:a16="http://schemas.microsoft.com/office/drawing/2014/main" id="{E63F5ED6-628D-41B8-B54B-BE4E172A6501}"/>
              </a:ext>
            </a:extLst>
          </p:cNvPr>
          <p:cNvSpPr>
            <a:spLocks xmlns:a="http://schemas.openxmlformats.org/drawingml/2006/main" noGrp="1"/>
          </p:cNvSpPr>
          <p:nvPr/>
        </p:nvSpPr>
        <p:spPr>
          <a:xfrm xmlns:a="http://schemas.openxmlformats.org/drawingml/2006/main">
            <a:off x="6172200" y="2392561"/>
            <a:ext cx="5448300" cy="6477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0A0362-16CA-49E0-A0ED-17565EA8176C}"/>
              </a:ext>
            </a:extLst>
          </p:cNvPr>
          <p:cNvSpPr>
            <a:spLocks xmlns:a="http://schemas.openxmlformats.org/drawingml/2006/main" noGrp="1"/>
          </p:cNvSpPr>
          <p:nvPr/>
        </p:nvSpPr>
        <p:spPr>
          <a:xfrm xmlns:a="http://schemas.openxmlformats.org/drawingml/2006/main">
            <a:off x="6353175" y="2525911"/>
            <a:ext cx="381000" cy="381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2" name="text-12">
            <a:extLst xmlns:a="http://schemas.openxmlformats.org/drawingml/2006/main">
              <a:ext uri="{FF2B5EF4-FFF2-40B4-BE49-F238E27FC236}">
                <a16:creationId xmlns:a16="http://schemas.microsoft.com/office/drawing/2014/main" id="{AEE4B0C8-E5B1-4858-BDC3-7055F3B6BC8D}"/>
              </a:ext>
            </a:extLst>
          </p:cNvPr>
          <p:cNvSpPr>
            <a:spLocks xmlns:a="http://schemas.openxmlformats.org/drawingml/2006/main" noGrp="1"/>
          </p:cNvSpPr>
          <p:nvPr/>
        </p:nvSpPr>
        <p:spPr>
          <a:xfrm xmlns:a="http://schemas.openxmlformats.org/drawingml/2006/main">
            <a:off x="6867525" y="2568773"/>
            <a:ext cx="1847918"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SHAP Explainable AI</a:t>
            </a:r>
          </a:p>
        </p:txBody>
      </p:sp>
      <p:sp>
        <p:nvSpPr>
          <p:cNvPr id="13" name="text-13">
            <a:extLst xmlns:a="http://schemas.openxmlformats.org/drawingml/2006/main">
              <a:ext uri="{FF2B5EF4-FFF2-40B4-BE49-F238E27FC236}">
                <a16:creationId xmlns:a16="http://schemas.microsoft.com/office/drawing/2014/main" id="{4FFDD89A-B847-4127-A7EA-D706D9F35E99}"/>
              </a:ext>
            </a:extLst>
          </p:cNvPr>
          <p:cNvSpPr>
            <a:spLocks xmlns:a="http://schemas.openxmlformats.org/drawingml/2006/main" noGrp="1"/>
          </p:cNvSpPr>
          <p:nvPr/>
        </p:nvSpPr>
        <p:spPr>
          <a:xfrm xmlns:a="http://schemas.openxmlformats.org/drawingml/2006/main">
            <a:off x="6867525" y="2730698"/>
            <a:ext cx="3480599"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Global + local interpretability via SHAP</a:t>
            </a:r>
          </a:p>
        </p:txBody>
      </p:sp>
      <p:sp>
        <p:nvSpPr>
          <p:cNvPr id="14" name="">
            <a:extLst xmlns:a="http://schemas.openxmlformats.org/drawingml/2006/main">
              <a:ext uri="{FF2B5EF4-FFF2-40B4-BE49-F238E27FC236}">
                <a16:creationId xmlns:a16="http://schemas.microsoft.com/office/drawing/2014/main" id="{1852B2EA-671E-4314-A547-BCE93F258313}"/>
              </a:ext>
            </a:extLst>
          </p:cNvPr>
          <p:cNvSpPr>
            <a:spLocks xmlns:a="http://schemas.openxmlformats.org/drawingml/2006/main" noGrp="1"/>
          </p:cNvSpPr>
          <p:nvPr/>
        </p:nvSpPr>
        <p:spPr>
          <a:xfrm xmlns:a="http://schemas.openxmlformats.org/drawingml/2006/main">
            <a:off x="571500" y="3154561"/>
            <a:ext cx="5448300" cy="6477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CD2CF8A-E54E-4436-BA1A-ED1A38CC27A8}"/>
              </a:ext>
            </a:extLst>
          </p:cNvPr>
          <p:cNvSpPr>
            <a:spLocks xmlns:a="http://schemas.openxmlformats.org/drawingml/2006/main" noGrp="1"/>
          </p:cNvSpPr>
          <p:nvPr/>
        </p:nvSpPr>
        <p:spPr>
          <a:xfrm xmlns:a="http://schemas.openxmlformats.org/drawingml/2006/main">
            <a:off x="752475" y="3287911"/>
            <a:ext cx="381000" cy="381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6" name="text-16">
            <a:extLst xmlns:a="http://schemas.openxmlformats.org/drawingml/2006/main">
              <a:ext uri="{FF2B5EF4-FFF2-40B4-BE49-F238E27FC236}">
                <a16:creationId xmlns:a16="http://schemas.microsoft.com/office/drawing/2014/main" id="{8EF5110C-04FC-4A7C-84C7-A034DE7225C3}"/>
              </a:ext>
            </a:extLst>
          </p:cNvPr>
          <p:cNvSpPr>
            <a:spLocks xmlns:a="http://schemas.openxmlformats.org/drawingml/2006/main" noGrp="1"/>
          </p:cNvSpPr>
          <p:nvPr/>
        </p:nvSpPr>
        <p:spPr>
          <a:xfrm xmlns:a="http://schemas.openxmlformats.org/drawingml/2006/main">
            <a:off x="1266825" y="3330773"/>
            <a:ext cx="1818686"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Feature Engineering</a:t>
            </a:r>
          </a:p>
        </p:txBody>
      </p:sp>
      <p:sp>
        <p:nvSpPr>
          <p:cNvPr id="17" name="text-17">
            <a:extLst xmlns:a="http://schemas.openxmlformats.org/drawingml/2006/main">
              <a:ext uri="{FF2B5EF4-FFF2-40B4-BE49-F238E27FC236}">
                <a16:creationId xmlns:a16="http://schemas.microsoft.com/office/drawing/2014/main" id="{0F4DBF6B-FCB2-4649-9346-01ABAC553EEA}"/>
              </a:ext>
            </a:extLst>
          </p:cNvPr>
          <p:cNvSpPr>
            <a:spLocks xmlns:a="http://schemas.openxmlformats.org/drawingml/2006/main" noGrp="1"/>
          </p:cNvSpPr>
          <p:nvPr/>
        </p:nvSpPr>
        <p:spPr>
          <a:xfrm xmlns:a="http://schemas.openxmlformats.org/drawingml/2006/main">
            <a:off x="1266825" y="3492698"/>
            <a:ext cx="3815414"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Mutual info-based selection &amp; transformation</a:t>
            </a:r>
          </a:p>
        </p:txBody>
      </p:sp>
      <p:sp>
        <p:nvSpPr>
          <p:cNvPr id="18" name="">
            <a:extLst xmlns:a="http://schemas.openxmlformats.org/drawingml/2006/main">
              <a:ext uri="{FF2B5EF4-FFF2-40B4-BE49-F238E27FC236}">
                <a16:creationId xmlns:a16="http://schemas.microsoft.com/office/drawing/2014/main" id="{AB3B5E2C-87A7-4CD3-84CF-463707F469AB}"/>
              </a:ext>
            </a:extLst>
          </p:cNvPr>
          <p:cNvSpPr>
            <a:spLocks xmlns:a="http://schemas.openxmlformats.org/drawingml/2006/main" noGrp="1"/>
          </p:cNvSpPr>
          <p:nvPr/>
        </p:nvSpPr>
        <p:spPr>
          <a:xfrm xmlns:a="http://schemas.openxmlformats.org/drawingml/2006/main">
            <a:off x="6172200" y="3154561"/>
            <a:ext cx="5448300" cy="6477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A0FAF0A-90DE-4038-A708-8E40D8CD7724}"/>
              </a:ext>
            </a:extLst>
          </p:cNvPr>
          <p:cNvSpPr>
            <a:spLocks xmlns:a="http://schemas.openxmlformats.org/drawingml/2006/main" noGrp="1"/>
          </p:cNvSpPr>
          <p:nvPr/>
        </p:nvSpPr>
        <p:spPr>
          <a:xfrm xmlns:a="http://schemas.openxmlformats.org/drawingml/2006/main">
            <a:off x="6353175" y="3287911"/>
            <a:ext cx="381000" cy="381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20" name="text-20">
            <a:extLst xmlns:a="http://schemas.openxmlformats.org/drawingml/2006/main">
              <a:ext uri="{FF2B5EF4-FFF2-40B4-BE49-F238E27FC236}">
                <a16:creationId xmlns:a16="http://schemas.microsoft.com/office/drawing/2014/main" id="{E83AB9A6-21E3-4664-8E37-6B7E8DD11FEF}"/>
              </a:ext>
            </a:extLst>
          </p:cNvPr>
          <p:cNvSpPr>
            <a:spLocks xmlns:a="http://schemas.openxmlformats.org/drawingml/2006/main" noGrp="1"/>
          </p:cNvSpPr>
          <p:nvPr/>
        </p:nvSpPr>
        <p:spPr>
          <a:xfrm xmlns:a="http://schemas.openxmlformats.org/drawingml/2006/main">
            <a:off x="6867525" y="3330773"/>
            <a:ext cx="262267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Customer Risk Categorization</a:t>
            </a:r>
          </a:p>
        </p:txBody>
      </p:sp>
      <p:sp>
        <p:nvSpPr>
          <p:cNvPr id="21" name="text-21">
            <a:extLst xmlns:a="http://schemas.openxmlformats.org/drawingml/2006/main">
              <a:ext uri="{FF2B5EF4-FFF2-40B4-BE49-F238E27FC236}">
                <a16:creationId xmlns:a16="http://schemas.microsoft.com/office/drawing/2014/main" id="{42F92F58-9330-4366-8E42-C89940817C96}"/>
              </a:ext>
            </a:extLst>
          </p:cNvPr>
          <p:cNvSpPr>
            <a:spLocks xmlns:a="http://schemas.openxmlformats.org/drawingml/2006/main" noGrp="1"/>
          </p:cNvSpPr>
          <p:nvPr/>
        </p:nvSpPr>
        <p:spPr>
          <a:xfrm xmlns:a="http://schemas.openxmlformats.org/drawingml/2006/main">
            <a:off x="6867525" y="3492698"/>
            <a:ext cx="3397076"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High / Medium / Low churn risk segments</a:t>
            </a:r>
          </a:p>
        </p:txBody>
      </p:sp>
      <p:sp>
        <p:nvSpPr>
          <p:cNvPr id="22" name="">
            <a:extLst xmlns:a="http://schemas.openxmlformats.org/drawingml/2006/main">
              <a:ext uri="{FF2B5EF4-FFF2-40B4-BE49-F238E27FC236}">
                <a16:creationId xmlns:a16="http://schemas.microsoft.com/office/drawing/2014/main" id="{C9E54B7E-F4F5-4C44-9D4A-C4FFC7602F31}"/>
              </a:ext>
            </a:extLst>
          </p:cNvPr>
          <p:cNvSpPr>
            <a:spLocks xmlns:a="http://schemas.openxmlformats.org/drawingml/2006/main" noGrp="1"/>
          </p:cNvSpPr>
          <p:nvPr/>
        </p:nvSpPr>
        <p:spPr>
          <a:xfrm xmlns:a="http://schemas.openxmlformats.org/drawingml/2006/main">
            <a:off x="571500" y="3916561"/>
            <a:ext cx="11049000" cy="6477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020C52F-C0D0-4B0E-8A6F-72D5FE9401AE}"/>
              </a:ext>
            </a:extLst>
          </p:cNvPr>
          <p:cNvSpPr>
            <a:spLocks xmlns:a="http://schemas.openxmlformats.org/drawingml/2006/main" noGrp="1"/>
          </p:cNvSpPr>
          <p:nvPr/>
        </p:nvSpPr>
        <p:spPr>
          <a:xfrm xmlns:a="http://schemas.openxmlformats.org/drawingml/2006/main">
            <a:off x="752475" y="4049911"/>
            <a:ext cx="381000" cy="381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24" name="text-24">
            <a:extLst xmlns:a="http://schemas.openxmlformats.org/drawingml/2006/main">
              <a:ext uri="{FF2B5EF4-FFF2-40B4-BE49-F238E27FC236}">
                <a16:creationId xmlns:a16="http://schemas.microsoft.com/office/drawing/2014/main" id="{573A3256-7591-469A-A061-56BB0417DC6F}"/>
              </a:ext>
            </a:extLst>
          </p:cNvPr>
          <p:cNvSpPr>
            <a:spLocks xmlns:a="http://schemas.openxmlformats.org/drawingml/2006/main" noGrp="1"/>
          </p:cNvSpPr>
          <p:nvPr/>
        </p:nvSpPr>
        <p:spPr>
          <a:xfrm xmlns:a="http://schemas.openxmlformats.org/drawingml/2006/main">
            <a:off x="1266825" y="4092773"/>
            <a:ext cx="323275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Improved Business Decision Support</a:t>
            </a:r>
          </a:p>
        </p:txBody>
      </p:sp>
      <p:sp>
        <p:nvSpPr>
          <p:cNvPr id="25" name="text-25">
            <a:extLst xmlns:a="http://schemas.openxmlformats.org/drawingml/2006/main">
              <a:ext uri="{FF2B5EF4-FFF2-40B4-BE49-F238E27FC236}">
                <a16:creationId xmlns:a16="http://schemas.microsoft.com/office/drawing/2014/main" id="{3B23B5EC-C3E1-430D-8307-B9267D206CFB}"/>
              </a:ext>
            </a:extLst>
          </p:cNvPr>
          <p:cNvSpPr>
            <a:spLocks xmlns:a="http://schemas.openxmlformats.org/drawingml/2006/main" noGrp="1"/>
          </p:cNvSpPr>
          <p:nvPr/>
        </p:nvSpPr>
        <p:spPr>
          <a:xfrm xmlns:a="http://schemas.openxmlformats.org/drawingml/2006/main">
            <a:off x="1266825" y="4254698"/>
            <a:ext cx="574006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Actionable retention strategies backed by interpretable predictions</a:t>
            </a:r>
          </a:p>
        </p:txBody>
      </p:sp>
      <p:pic>
        <p:nvPicPr>
          <p:cNvPr id="26" name="">
            <a:extLst xmlns:a="http://schemas.openxmlformats.org/drawingml/2006/main">
              <a:ext uri="{FF2B5EF4-FFF2-40B4-BE49-F238E27FC236}">
                <a16:creationId xmlns:a16="http://schemas.microsoft.com/office/drawing/2014/main" id="{74718A5E-BCC8-40F3-99D1-6DA09B39AB0F}"/>
              </a:ext>
            </a:extLst>
          </p:cNvPr>
          <p:cNvPicPr>
            <a:picLocks xmlns:a="http://schemas.openxmlformats.org/drawingml/2006/main" noChangeAspect="1"/>
          </p:cNvPicPr>
          <p:nvPr/>
        </p:nvPicPr>
        <p:blipFill>
          <a:blip xmlns:r="http://schemas.openxmlformats.org/officeDocument/2006/relationships" xmlns:a="http://schemas.openxmlformats.org/drawingml/2006/main" r:embed="R88cd19e4fa904af6"/>
          <a:stretch xmlns:a="http://schemas.openxmlformats.org/drawingml/2006/main"/>
        </p:blipFill>
        <p:spPr>
          <a:xfrm xmlns:a="http://schemas.openxmlformats.org/drawingml/2006/main">
            <a:off x="5867400" y="4678561"/>
            <a:ext cx="457200" cy="457200"/>
          </a:xfrm>
          <a:prstGeom xmlns:a="http://schemas.openxmlformats.org/drawingml/2006/main" prst="rect">
            <a:avLst/>
          </a:prstGeom>
        </p:spPr>
      </p:pic>
      <p:sp>
        <p:nvSpPr>
          <p:cNvPr id="27" name="text-27">
            <a:extLst xmlns:a="http://schemas.openxmlformats.org/drawingml/2006/main">
              <a:ext uri="{FF2B5EF4-FFF2-40B4-BE49-F238E27FC236}">
                <a16:creationId xmlns:a16="http://schemas.microsoft.com/office/drawing/2014/main" id="{6ED9F7BC-F1F5-43ED-B4E5-48F5DC3D7296}"/>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A0A0A"/>
                </a:solidFill>
                <a:latin typeface="Courier New"/>
                <a:ea typeface="Courier New"/>
                <a:cs typeface="Courier New"/>
              </a:defRPr>
            </a:defPPr>
            <a:lvl1pPr>
              <a:defRPr sz="825" b="0">
                <a:solidFill>
                  <a:srgbClr val="0A0A0A"/>
                </a:solidFill>
                <a:latin typeface="Courier New"/>
                <a:ea typeface="Courier New"/>
                <a:cs typeface="Courier New"/>
              </a:defRPr>
            </a:lvl1pPr>
            <a:lvl2pPr>
              <a:defRPr sz="825" b="0">
                <a:solidFill>
                  <a:srgbClr val="0A0A0A"/>
                </a:solidFill>
                <a:latin typeface="Courier New"/>
                <a:ea typeface="Courier New"/>
                <a:cs typeface="Courier New"/>
              </a:defRPr>
            </a:lvl2pPr>
            <a:lvl3pPr>
              <a:defRPr sz="825" b="0">
                <a:solidFill>
                  <a:srgbClr val="0A0A0A"/>
                </a:solidFill>
                <a:latin typeface="Courier New"/>
                <a:ea typeface="Courier New"/>
                <a:cs typeface="Courier New"/>
              </a:defRPr>
            </a:lvl3pPr>
            <a:lvl4pPr>
              <a:defRPr sz="825" b="0">
                <a:solidFill>
                  <a:srgbClr val="0A0A0A"/>
                </a:solidFill>
                <a:latin typeface="Courier New"/>
                <a:ea typeface="Courier New"/>
                <a:cs typeface="Courier New"/>
              </a:defRPr>
            </a:lvl4pPr>
            <a:lvl5pPr>
              <a:defRPr sz="825" b="0">
                <a:solidFill>
                  <a:srgbClr val="0A0A0A"/>
                </a:solidFill>
                <a:latin typeface="Courier New"/>
                <a:ea typeface="Courier New"/>
                <a:cs typeface="Courier New"/>
              </a:defRPr>
            </a:lvl5pPr>
            <a:lvl6pPr>
              <a:defRPr sz="825" b="0">
                <a:solidFill>
                  <a:srgbClr val="0A0A0A"/>
                </a:solidFill>
                <a:latin typeface="Courier New"/>
                <a:ea typeface="Courier New"/>
                <a:cs typeface="Courier New"/>
              </a:defRPr>
            </a:lvl6pPr>
            <a:lvl7pPr>
              <a:defRPr sz="825" b="0">
                <a:solidFill>
                  <a:srgbClr val="0A0A0A"/>
                </a:solidFill>
                <a:latin typeface="Courier New"/>
                <a:ea typeface="Courier New"/>
                <a:cs typeface="Courier New"/>
              </a:defRPr>
            </a:lvl7pPr>
            <a:lvl8pPr>
              <a:defRPr sz="825" b="0">
                <a:solidFill>
                  <a:srgbClr val="0A0A0A"/>
                </a:solidFill>
                <a:latin typeface="Courier New"/>
                <a:ea typeface="Courier New"/>
                <a:cs typeface="Courier New"/>
              </a:defRPr>
            </a:lvl8pPr>
            <a:lvl9pPr>
              <a:defRPr sz="825" b="0">
                <a:solidFill>
                  <a:srgbClr val="0A0A0A"/>
                </a:solidFill>
                <a:latin typeface="Courier New"/>
                <a:ea typeface="Courier New"/>
                <a:cs typeface="Courier New"/>
              </a:defRPr>
            </a:lvl9pPr>
          </a:lstStyle>
          <a:p xmlns:a="http://schemas.openxmlformats.org/drawingml/2006/main">
            <a:pPr>
              <a:defRPr sz="825" b="0">
                <a:solidFill>
                  <a:srgbClr val="0A0A0A"/>
                </a:solidFill>
                <a:latin typeface="Courier New"/>
                <a:ea typeface="Courier New"/>
                <a:cs typeface="Courier New"/>
              </a:defRPr>
            </a:pPr>
            <a:r>
              <a:rPr sz="825" b="0">
                <a:solidFill>
                  <a:srgbClr val="0A0A0A"/>
                </a:solidFill>
                <a:latin typeface="Courier New"/>
                <a:ea typeface="Courier New"/>
                <a:cs typeface="Courier New"/>
              </a:rPr>
              <a:t>LESS / GRID / MONO</a:t>
            </a:r>
          </a:p>
        </p:txBody>
      </p:sp>
      <p:sp>
        <p:nvSpPr>
          <p:cNvPr id="28" name="text-28">
            <a:extLst xmlns:a="http://schemas.openxmlformats.org/drawingml/2006/main">
              <a:ext uri="{FF2B5EF4-FFF2-40B4-BE49-F238E27FC236}">
                <a16:creationId xmlns:a16="http://schemas.microsoft.com/office/drawing/2014/main" id="{A6FBBA28-71BB-4A05-A95E-447CAF8F31F0}"/>
              </a:ext>
            </a:extLst>
          </p:cNvPr>
          <p:cNvSpPr>
            <a:spLocks xmlns:a="http://schemas.openxmlformats.org/drawingml/2006/main" noGrp="1"/>
          </p:cNvSpPr>
          <p:nvPr/>
        </p:nvSpPr>
        <p:spPr>
          <a:xfrm xmlns:a="http://schemas.openxmlformats.org/drawingml/2006/main">
            <a:off x="838200" y="1400175"/>
            <a:ext cx="6678960" cy="5581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FFFFFF"/>
                </a:solidFill>
                <a:latin typeface="Arial"/>
                <a:ea typeface="Arial"/>
                <a:cs typeface="Arial"/>
              </a:defRPr>
            </a:defPPr>
            <a:lvl1pPr>
              <a:defRPr sz="1650" b="1">
                <a:solidFill>
                  <a:srgbClr val="FFFFFF"/>
                </a:solidFill>
                <a:latin typeface="Arial"/>
                <a:ea typeface="Arial"/>
                <a:cs typeface="Arial"/>
              </a:defRPr>
            </a:lvl1pPr>
            <a:lvl2pPr>
              <a:defRPr sz="1650" b="1">
                <a:solidFill>
                  <a:srgbClr val="FFFFFF"/>
                </a:solidFill>
                <a:latin typeface="Arial"/>
                <a:ea typeface="Arial"/>
                <a:cs typeface="Arial"/>
              </a:defRPr>
            </a:lvl2pPr>
            <a:lvl3pPr>
              <a:defRPr sz="1650" b="1">
                <a:solidFill>
                  <a:srgbClr val="FFFFFF"/>
                </a:solidFill>
                <a:latin typeface="Arial"/>
                <a:ea typeface="Arial"/>
                <a:cs typeface="Arial"/>
              </a:defRPr>
            </a:lvl3pPr>
            <a:lvl4pPr>
              <a:defRPr sz="1650" b="1">
                <a:solidFill>
                  <a:srgbClr val="FFFFFF"/>
                </a:solidFill>
                <a:latin typeface="Arial"/>
                <a:ea typeface="Arial"/>
                <a:cs typeface="Arial"/>
              </a:defRPr>
            </a:lvl4pPr>
            <a:lvl5pPr>
              <a:defRPr sz="1650" b="1">
                <a:solidFill>
                  <a:srgbClr val="FFFFFF"/>
                </a:solidFill>
                <a:latin typeface="Arial"/>
                <a:ea typeface="Arial"/>
                <a:cs typeface="Arial"/>
              </a:defRPr>
            </a:lvl5pPr>
            <a:lvl6pPr>
              <a:defRPr sz="1650" b="1">
                <a:solidFill>
                  <a:srgbClr val="FFFFFF"/>
                </a:solidFill>
                <a:latin typeface="Arial"/>
                <a:ea typeface="Arial"/>
                <a:cs typeface="Arial"/>
              </a:defRPr>
            </a:lvl6pPr>
            <a:lvl7pPr>
              <a:defRPr sz="1650" b="1">
                <a:solidFill>
                  <a:srgbClr val="FFFFFF"/>
                </a:solidFill>
                <a:latin typeface="Arial"/>
                <a:ea typeface="Arial"/>
                <a:cs typeface="Arial"/>
              </a:defRPr>
            </a:lvl7pPr>
            <a:lvl8pPr>
              <a:defRPr sz="1650" b="1">
                <a:solidFill>
                  <a:srgbClr val="FFFFFF"/>
                </a:solidFill>
                <a:latin typeface="Arial"/>
                <a:ea typeface="Arial"/>
                <a:cs typeface="Arial"/>
              </a:defRPr>
            </a:lvl8pPr>
            <a:lvl9pPr>
              <a:defRPr sz="1650" b="1">
                <a:solidFill>
                  <a:srgbClr val="FFFFFF"/>
                </a:solidFill>
                <a:latin typeface="Arial"/>
                <a:ea typeface="Arial"/>
                <a:cs typeface="Arial"/>
              </a:defRPr>
            </a:lvl9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Hybrid Ensemble Learning + SHAP XAI + Feature Engineering — unified into a single interpretable framework</a:t>
            </a:r>
          </a:p>
        </p:txBody>
      </p:sp>
    </p:spTree>
    <p:extLst>
      <p:ext uri="{BB962C8B-B14F-4D97-AF65-F5344CB8AC3E}">
        <p14:creationId xmlns:p14="http://schemas.microsoft.com/office/powerpoint/2010/main" val="1290988293"/>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7" name="text-1">
            <a:extLst xmlns:a="http://schemas.openxmlformats.org/drawingml/2006/main">
              <a:ext uri="{FF2B5EF4-FFF2-40B4-BE49-F238E27FC236}">
                <a16:creationId xmlns:a16="http://schemas.microsoft.com/office/drawing/2014/main" id="{87A93DAB-471F-44DB-9928-C28E9697895D}"/>
              </a:ext>
            </a:extLst>
          </p:cNvPr>
          <p:cNvSpPr>
            <a:spLocks xmlns:a="http://schemas.openxmlformats.org/drawingml/2006/main" noGrp="1"/>
          </p:cNvSpPr>
          <p:nvPr/>
        </p:nvSpPr>
        <p:spPr>
          <a:xfrm xmlns:a="http://schemas.openxmlformats.org/drawingml/2006/main">
            <a:off x="228600" y="114300"/>
            <a:ext cx="2792629"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0A0A0A"/>
                </a:solidFill>
                <a:latin typeface="Courier New"/>
                <a:ea typeface="Courier New"/>
                <a:cs typeface="Courier New"/>
              </a:defRPr>
            </a:defPPr>
            <a:lvl1pPr>
              <a:defRPr sz="975" b="0">
                <a:solidFill>
                  <a:srgbClr val="0A0A0A"/>
                </a:solidFill>
                <a:latin typeface="Courier New"/>
                <a:ea typeface="Courier New"/>
                <a:cs typeface="Courier New"/>
              </a:defRPr>
            </a:lvl1pPr>
            <a:lvl2pPr>
              <a:defRPr sz="975" b="0">
                <a:solidFill>
                  <a:srgbClr val="0A0A0A"/>
                </a:solidFill>
                <a:latin typeface="Courier New"/>
                <a:ea typeface="Courier New"/>
                <a:cs typeface="Courier New"/>
              </a:defRPr>
            </a:lvl2pPr>
            <a:lvl3pPr>
              <a:defRPr sz="975" b="0">
                <a:solidFill>
                  <a:srgbClr val="0A0A0A"/>
                </a:solidFill>
                <a:latin typeface="Courier New"/>
                <a:ea typeface="Courier New"/>
                <a:cs typeface="Courier New"/>
              </a:defRPr>
            </a:lvl3pPr>
            <a:lvl4pPr>
              <a:defRPr sz="975" b="0">
                <a:solidFill>
                  <a:srgbClr val="0A0A0A"/>
                </a:solidFill>
                <a:latin typeface="Courier New"/>
                <a:ea typeface="Courier New"/>
                <a:cs typeface="Courier New"/>
              </a:defRPr>
            </a:lvl4pPr>
            <a:lvl5pPr>
              <a:defRPr sz="975" b="0">
                <a:solidFill>
                  <a:srgbClr val="0A0A0A"/>
                </a:solidFill>
                <a:latin typeface="Courier New"/>
                <a:ea typeface="Courier New"/>
                <a:cs typeface="Courier New"/>
              </a:defRPr>
            </a:lvl5pPr>
            <a:lvl6pPr>
              <a:defRPr sz="975" b="0">
                <a:solidFill>
                  <a:srgbClr val="0A0A0A"/>
                </a:solidFill>
                <a:latin typeface="Courier New"/>
                <a:ea typeface="Courier New"/>
                <a:cs typeface="Courier New"/>
              </a:defRPr>
            </a:lvl6pPr>
            <a:lvl7pPr>
              <a:defRPr sz="975" b="0">
                <a:solidFill>
                  <a:srgbClr val="0A0A0A"/>
                </a:solidFill>
                <a:latin typeface="Courier New"/>
                <a:ea typeface="Courier New"/>
                <a:cs typeface="Courier New"/>
              </a:defRPr>
            </a:lvl7pPr>
            <a:lvl8pPr>
              <a:defRPr sz="975" b="0">
                <a:solidFill>
                  <a:srgbClr val="0A0A0A"/>
                </a:solidFill>
                <a:latin typeface="Courier New"/>
                <a:ea typeface="Courier New"/>
                <a:cs typeface="Courier New"/>
              </a:defRPr>
            </a:lvl8pPr>
            <a:lvl9pPr>
              <a:defRPr sz="975" b="0">
                <a:solidFill>
                  <a:srgbClr val="0A0A0A"/>
                </a:solidFill>
                <a:latin typeface="Courier New"/>
                <a:ea typeface="Courier New"/>
                <a:cs typeface="Courier New"/>
              </a:defRPr>
            </a:lvl9pPr>
          </a:lstStyle>
          <a:p xmlns:a="http://schemas.openxmlformats.org/drawingml/2006/main">
            <a:pPr>
              <a:defRPr sz="975" b="0">
                <a:solidFill>
                  <a:srgbClr val="0A0A0A"/>
                </a:solidFill>
                <a:latin typeface="Courier New"/>
                <a:ea typeface="Courier New"/>
                <a:cs typeface="Courier New"/>
              </a:defRPr>
            </a:pPr>
            <a:r>
              <a:rPr sz="975" b="0">
                <a:solidFill>
                  <a:srgbClr val="0A0A0A"/>
                </a:solidFill>
                <a:latin typeface="Courier New"/>
                <a:ea typeface="Courier New"/>
                <a:cs typeface="Courier New"/>
              </a:rPr>
              <a:t>08 / FEASIBILITY &amp; DATASET</a:t>
            </a:r>
          </a:p>
        </p:txBody>
      </p:sp>
      <p:sp>
        <p:nvSpPr>
          <p:cNvPr id="2" name="">
            <a:extLst xmlns:a="http://schemas.openxmlformats.org/drawingml/2006/main">
              <a:ext uri="{FF2B5EF4-FFF2-40B4-BE49-F238E27FC236}">
                <a16:creationId xmlns:a16="http://schemas.microsoft.com/office/drawing/2014/main" id="{9901D5BB-C387-45D7-9BF9-7961EBF037FC}"/>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34582BB2-DB6F-4F72-BFAE-697B5AA48DB4}"/>
              </a:ext>
            </a:extLst>
          </p:cNvPr>
          <p:cNvSpPr>
            <a:spLocks xmlns:a="http://schemas.openxmlformats.org/drawingml/2006/main" noGrp="1"/>
          </p:cNvSpPr>
          <p:nvPr/>
        </p:nvSpPr>
        <p:spPr>
          <a:xfrm xmlns:a="http://schemas.openxmlformats.org/drawingml/2006/main">
            <a:off x="571500" y="457200"/>
            <a:ext cx="2966573"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002FA7"/>
                </a:solidFill>
                <a:latin typeface="Arial"/>
                <a:ea typeface="Arial"/>
                <a:cs typeface="Arial"/>
              </a:defRPr>
            </a:defPPr>
            <a:lvl1pPr>
              <a:defRPr sz="1950" b="1">
                <a:solidFill>
                  <a:srgbClr val="002FA7"/>
                </a:solidFill>
                <a:latin typeface="Arial"/>
                <a:ea typeface="Arial"/>
                <a:cs typeface="Arial"/>
              </a:defRPr>
            </a:lvl1pPr>
            <a:lvl2pPr>
              <a:defRPr sz="1950" b="1">
                <a:solidFill>
                  <a:srgbClr val="002FA7"/>
                </a:solidFill>
                <a:latin typeface="Arial"/>
                <a:ea typeface="Arial"/>
                <a:cs typeface="Arial"/>
              </a:defRPr>
            </a:lvl2pPr>
            <a:lvl3pPr>
              <a:defRPr sz="1950" b="1">
                <a:solidFill>
                  <a:srgbClr val="002FA7"/>
                </a:solidFill>
                <a:latin typeface="Arial"/>
                <a:ea typeface="Arial"/>
                <a:cs typeface="Arial"/>
              </a:defRPr>
            </a:lvl3pPr>
            <a:lvl4pPr>
              <a:defRPr sz="1950" b="1">
                <a:solidFill>
                  <a:srgbClr val="002FA7"/>
                </a:solidFill>
                <a:latin typeface="Arial"/>
                <a:ea typeface="Arial"/>
                <a:cs typeface="Arial"/>
              </a:defRPr>
            </a:lvl4pPr>
            <a:lvl5pPr>
              <a:defRPr sz="1950" b="1">
                <a:solidFill>
                  <a:srgbClr val="002FA7"/>
                </a:solidFill>
                <a:latin typeface="Arial"/>
                <a:ea typeface="Arial"/>
                <a:cs typeface="Arial"/>
              </a:defRPr>
            </a:lvl5pPr>
            <a:lvl6pPr>
              <a:defRPr sz="1950" b="1">
                <a:solidFill>
                  <a:srgbClr val="002FA7"/>
                </a:solidFill>
                <a:latin typeface="Arial"/>
                <a:ea typeface="Arial"/>
                <a:cs typeface="Arial"/>
              </a:defRPr>
            </a:lvl6pPr>
            <a:lvl7pPr>
              <a:defRPr sz="1950" b="1">
                <a:solidFill>
                  <a:srgbClr val="002FA7"/>
                </a:solidFill>
                <a:latin typeface="Arial"/>
                <a:ea typeface="Arial"/>
                <a:cs typeface="Arial"/>
              </a:defRPr>
            </a:lvl7pPr>
            <a:lvl8pPr>
              <a:defRPr sz="1950" b="1">
                <a:solidFill>
                  <a:srgbClr val="002FA7"/>
                </a:solidFill>
                <a:latin typeface="Arial"/>
                <a:ea typeface="Arial"/>
                <a:cs typeface="Arial"/>
              </a:defRPr>
            </a:lvl8pPr>
            <a:lvl9pPr>
              <a:defRPr sz="1950" b="1">
                <a:solidFill>
                  <a:srgbClr val="002FA7"/>
                </a:solidFill>
                <a:latin typeface="Arial"/>
                <a:ea typeface="Arial"/>
                <a:cs typeface="Arial"/>
              </a:defRPr>
            </a:lvl9pPr>
          </a:lstStyle>
          <a:p xmlns:a="http://schemas.openxmlformats.org/drawingml/2006/main">
            <a:pPr>
              <a:defRPr sz="1950" b="1">
                <a:solidFill>
                  <a:srgbClr val="002FA7"/>
                </a:solidFill>
                <a:latin typeface="Arial"/>
                <a:ea typeface="Arial"/>
                <a:cs typeface="Arial"/>
              </a:defRPr>
            </a:pPr>
            <a:r>
              <a:rPr sz="1950" b="1">
                <a:solidFill>
                  <a:srgbClr val="002FA7"/>
                </a:solidFill>
                <a:latin typeface="Arial"/>
                <a:ea typeface="Arial"/>
                <a:cs typeface="Arial"/>
              </a:rPr>
              <a:t>Feasibility &amp; Dataset</a:t>
            </a:r>
          </a:p>
        </p:txBody>
      </p:sp>
      <p:sp>
        <p:nvSpPr>
          <p:cNvPr id="4" name="text-4">
            <a:extLst xmlns:a="http://schemas.openxmlformats.org/drawingml/2006/main">
              <a:ext uri="{FF2B5EF4-FFF2-40B4-BE49-F238E27FC236}">
                <a16:creationId xmlns:a16="http://schemas.microsoft.com/office/drawing/2014/main" id="{66F74B0A-EA38-434A-B46E-35D25200630F}"/>
              </a:ext>
            </a:extLst>
          </p:cNvPr>
          <p:cNvSpPr>
            <a:spLocks xmlns:a="http://schemas.openxmlformats.org/drawingml/2006/main" noGrp="1"/>
          </p:cNvSpPr>
          <p:nvPr/>
        </p:nvSpPr>
        <p:spPr>
          <a:xfrm xmlns:a="http://schemas.openxmlformats.org/drawingml/2006/main">
            <a:off x="571500" y="942975"/>
            <a:ext cx="865623"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Courier New"/>
                <a:ea typeface="Courier New"/>
                <a:cs typeface="Courier New"/>
              </a:defRPr>
            </a:defPPr>
            <a:lvl1pPr>
              <a:defRPr sz="1125" b="1">
                <a:solidFill>
                  <a:srgbClr val="0A0A0A"/>
                </a:solidFill>
                <a:latin typeface="Courier New"/>
                <a:ea typeface="Courier New"/>
                <a:cs typeface="Courier New"/>
              </a:defRPr>
            </a:lvl1pPr>
            <a:lvl2pPr>
              <a:defRPr sz="1125" b="1">
                <a:solidFill>
                  <a:srgbClr val="0A0A0A"/>
                </a:solidFill>
                <a:latin typeface="Courier New"/>
                <a:ea typeface="Courier New"/>
                <a:cs typeface="Courier New"/>
              </a:defRPr>
            </a:lvl2pPr>
            <a:lvl3pPr>
              <a:defRPr sz="1125" b="1">
                <a:solidFill>
                  <a:srgbClr val="0A0A0A"/>
                </a:solidFill>
                <a:latin typeface="Courier New"/>
                <a:ea typeface="Courier New"/>
                <a:cs typeface="Courier New"/>
              </a:defRPr>
            </a:lvl3pPr>
            <a:lvl4pPr>
              <a:defRPr sz="1125" b="1">
                <a:solidFill>
                  <a:srgbClr val="0A0A0A"/>
                </a:solidFill>
                <a:latin typeface="Courier New"/>
                <a:ea typeface="Courier New"/>
                <a:cs typeface="Courier New"/>
              </a:defRPr>
            </a:lvl4pPr>
            <a:lvl5pPr>
              <a:defRPr sz="1125" b="1">
                <a:solidFill>
                  <a:srgbClr val="0A0A0A"/>
                </a:solidFill>
                <a:latin typeface="Courier New"/>
                <a:ea typeface="Courier New"/>
                <a:cs typeface="Courier New"/>
              </a:defRPr>
            </a:lvl5pPr>
            <a:lvl6pPr>
              <a:defRPr sz="1125" b="1">
                <a:solidFill>
                  <a:srgbClr val="0A0A0A"/>
                </a:solidFill>
                <a:latin typeface="Courier New"/>
                <a:ea typeface="Courier New"/>
                <a:cs typeface="Courier New"/>
              </a:defRPr>
            </a:lvl6pPr>
            <a:lvl7pPr>
              <a:defRPr sz="1125" b="1">
                <a:solidFill>
                  <a:srgbClr val="0A0A0A"/>
                </a:solidFill>
                <a:latin typeface="Courier New"/>
                <a:ea typeface="Courier New"/>
                <a:cs typeface="Courier New"/>
              </a:defRPr>
            </a:lvl7pPr>
            <a:lvl8pPr>
              <a:defRPr sz="1125" b="1">
                <a:solidFill>
                  <a:srgbClr val="0A0A0A"/>
                </a:solidFill>
                <a:latin typeface="Courier New"/>
                <a:ea typeface="Courier New"/>
                <a:cs typeface="Courier New"/>
              </a:defRPr>
            </a:lvl8pPr>
            <a:lvl9pPr>
              <a:defRPr sz="1125" b="1">
                <a:solidFill>
                  <a:srgbClr val="0A0A0A"/>
                </a:solidFill>
                <a:latin typeface="Courier New"/>
                <a:ea typeface="Courier New"/>
                <a:cs typeface="Courier New"/>
              </a:defRPr>
            </a:lvl9pPr>
          </a:lstStyle>
          <a:p xmlns:a="http://schemas.openxmlformats.org/drawingml/2006/main">
            <a:pPr>
              <a:defRPr sz="1125" b="1">
                <a:solidFill>
                  <a:srgbClr val="0A0A0A"/>
                </a:solidFill>
                <a:latin typeface="Courier New"/>
                <a:ea typeface="Courier New"/>
                <a:cs typeface="Courier New"/>
              </a:defRPr>
            </a:pPr>
            <a:r>
              <a:rPr sz="1125" b="1">
                <a:solidFill>
                  <a:srgbClr val="0A0A0A"/>
                </a:solidFill>
                <a:latin typeface="Courier New"/>
                <a:ea typeface="Courier New"/>
                <a:cs typeface="Courier New"/>
              </a:rPr>
              <a:t>DATASET</a:t>
            </a:r>
          </a:p>
        </p:txBody>
      </p:sp>
      <p:sp>
        <p:nvSpPr>
          <p:cNvPr id="5" name="">
            <a:extLst xmlns:a="http://schemas.openxmlformats.org/drawingml/2006/main">
              <a:ext uri="{FF2B5EF4-FFF2-40B4-BE49-F238E27FC236}">
                <a16:creationId xmlns:a16="http://schemas.microsoft.com/office/drawing/2014/main" id="{6C23D0CA-33B8-458B-B381-55646C747FE5}"/>
              </a:ext>
            </a:extLst>
          </p:cNvPr>
          <p:cNvSpPr>
            <a:spLocks xmlns:a="http://schemas.openxmlformats.org/drawingml/2006/main" noGrp="1"/>
          </p:cNvSpPr>
          <p:nvPr/>
        </p:nvSpPr>
        <p:spPr>
          <a:xfrm xmlns:a="http://schemas.openxmlformats.org/drawingml/2006/main">
            <a:off x="571500" y="1219200"/>
            <a:ext cx="5381625" cy="1514326"/>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6" name="text-6">
            <a:extLst xmlns:a="http://schemas.openxmlformats.org/drawingml/2006/main">
              <a:ext uri="{FF2B5EF4-FFF2-40B4-BE49-F238E27FC236}">
                <a16:creationId xmlns:a16="http://schemas.microsoft.com/office/drawing/2014/main" id="{6119D6A8-60FC-41C3-831B-1111B02C3527}"/>
              </a:ext>
            </a:extLst>
          </p:cNvPr>
          <p:cNvSpPr>
            <a:spLocks xmlns:a="http://schemas.openxmlformats.org/drawingml/2006/main" noGrp="1"/>
          </p:cNvSpPr>
          <p:nvPr/>
        </p:nvSpPr>
        <p:spPr>
          <a:xfrm xmlns:a="http://schemas.openxmlformats.org/drawingml/2006/main">
            <a:off x="790575" y="1371600"/>
            <a:ext cx="236721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Arial"/>
                <a:ea typeface="Arial"/>
                <a:cs typeface="Arial"/>
              </a:defRPr>
            </a:defPPr>
            <a:lvl1pPr>
              <a:defRPr sz="1125" b="1">
                <a:solidFill>
                  <a:srgbClr val="0A0A0A"/>
                </a:solidFill>
                <a:latin typeface="Arial"/>
                <a:ea typeface="Arial"/>
                <a:cs typeface="Arial"/>
              </a:defRPr>
            </a:lvl1pPr>
            <a:lvl2pPr>
              <a:defRPr sz="1125" b="1">
                <a:solidFill>
                  <a:srgbClr val="0A0A0A"/>
                </a:solidFill>
                <a:latin typeface="Arial"/>
                <a:ea typeface="Arial"/>
                <a:cs typeface="Arial"/>
              </a:defRPr>
            </a:lvl2pPr>
            <a:lvl3pPr>
              <a:defRPr sz="1125" b="1">
                <a:solidFill>
                  <a:srgbClr val="0A0A0A"/>
                </a:solidFill>
                <a:latin typeface="Arial"/>
                <a:ea typeface="Arial"/>
                <a:cs typeface="Arial"/>
              </a:defRPr>
            </a:lvl3pPr>
            <a:lvl4pPr>
              <a:defRPr sz="1125" b="1">
                <a:solidFill>
                  <a:srgbClr val="0A0A0A"/>
                </a:solidFill>
                <a:latin typeface="Arial"/>
                <a:ea typeface="Arial"/>
                <a:cs typeface="Arial"/>
              </a:defRPr>
            </a:lvl4pPr>
            <a:lvl5pPr>
              <a:defRPr sz="1125" b="1">
                <a:solidFill>
                  <a:srgbClr val="0A0A0A"/>
                </a:solidFill>
                <a:latin typeface="Arial"/>
                <a:ea typeface="Arial"/>
                <a:cs typeface="Arial"/>
              </a:defRPr>
            </a:lvl5pPr>
            <a:lvl6pPr>
              <a:defRPr sz="1125" b="1">
                <a:solidFill>
                  <a:srgbClr val="0A0A0A"/>
                </a:solidFill>
                <a:latin typeface="Arial"/>
                <a:ea typeface="Arial"/>
                <a:cs typeface="Arial"/>
              </a:defRPr>
            </a:lvl6pPr>
            <a:lvl7pPr>
              <a:defRPr sz="1125" b="1">
                <a:solidFill>
                  <a:srgbClr val="0A0A0A"/>
                </a:solidFill>
                <a:latin typeface="Arial"/>
                <a:ea typeface="Arial"/>
                <a:cs typeface="Arial"/>
              </a:defRPr>
            </a:lvl7pPr>
            <a:lvl8pPr>
              <a:defRPr sz="1125" b="1">
                <a:solidFill>
                  <a:srgbClr val="0A0A0A"/>
                </a:solidFill>
                <a:latin typeface="Arial"/>
                <a:ea typeface="Arial"/>
                <a:cs typeface="Arial"/>
              </a:defRPr>
            </a:lvl8pPr>
            <a:lvl9pPr>
              <a:defRPr sz="1125" b="1">
                <a:solidFill>
                  <a:srgbClr val="0A0A0A"/>
                </a:solidFill>
                <a:latin typeface="Arial"/>
                <a:ea typeface="Arial"/>
                <a:cs typeface="Arial"/>
              </a:defRPr>
            </a:lvl9pPr>
          </a:lstStyle>
          <a:p xmlns:a="http://schemas.openxmlformats.org/drawingml/2006/main">
            <a:pPr>
              <a:defRPr sz="1125" b="1">
                <a:solidFill>
                  <a:srgbClr val="0A0A0A"/>
                </a:solidFill>
                <a:latin typeface="Arial"/>
                <a:ea typeface="Arial"/>
                <a:cs typeface="Arial"/>
              </a:defRPr>
            </a:pPr>
            <a:r>
              <a:rPr sz="1125" b="1">
                <a:solidFill>
                  <a:srgbClr val="0A0A0A"/>
                </a:solidFill>
                <a:latin typeface="Arial"/>
                <a:ea typeface="Arial"/>
                <a:cs typeface="Arial"/>
              </a:rPr>
              <a:t>IBM Telco Customer Churn</a:t>
            </a:r>
          </a:p>
        </p:txBody>
      </p:sp>
      <p:pic>
        <p:nvPicPr>
          <p:cNvPr id="7" name="">
            <a:extLst xmlns:a="http://schemas.openxmlformats.org/drawingml/2006/main">
              <a:ext uri="{FF2B5EF4-FFF2-40B4-BE49-F238E27FC236}">
                <a16:creationId xmlns:a16="http://schemas.microsoft.com/office/drawing/2014/main" id="{BED2D125-59E1-41CC-BD24-00815BF79FF1}"/>
              </a:ext>
            </a:extLst>
          </p:cNvPr>
          <p:cNvPicPr>
            <a:picLocks xmlns:a="http://schemas.openxmlformats.org/drawingml/2006/main" noChangeAspect="1"/>
          </p:cNvPicPr>
          <p:nvPr/>
        </p:nvPicPr>
        <p:blipFill>
          <a:blip xmlns:r="http://schemas.openxmlformats.org/officeDocument/2006/relationships" xmlns:a="http://schemas.openxmlformats.org/drawingml/2006/main" r:embed="R351232cbd2c44465"/>
          <a:stretch xmlns:a="http://schemas.openxmlformats.org/drawingml/2006/main"/>
        </p:blipFill>
        <p:spPr>
          <a:xfrm xmlns:a="http://schemas.openxmlformats.org/drawingml/2006/main">
            <a:off x="2976563" y="2885926"/>
            <a:ext cx="571500" cy="571500"/>
          </a:xfrm>
          <a:prstGeom xmlns:a="http://schemas.openxmlformats.org/drawingml/2006/main" prst="rect">
            <a:avLst/>
          </a:prstGeom>
        </p:spPr>
      </p:pic>
      <p:sp>
        <p:nvSpPr>
          <p:cNvPr id="8" name="text-8">
            <a:extLst xmlns:a="http://schemas.openxmlformats.org/drawingml/2006/main">
              <a:ext uri="{FF2B5EF4-FFF2-40B4-BE49-F238E27FC236}">
                <a16:creationId xmlns:a16="http://schemas.microsoft.com/office/drawing/2014/main" id="{93742AE7-A1FF-4557-8D53-78ED13D8AE24}"/>
              </a:ext>
            </a:extLst>
          </p:cNvPr>
          <p:cNvSpPr>
            <a:spLocks xmlns:a="http://schemas.openxmlformats.org/drawingml/2006/main" noGrp="1"/>
          </p:cNvSpPr>
          <p:nvPr/>
        </p:nvSpPr>
        <p:spPr>
          <a:xfrm xmlns:a="http://schemas.openxmlformats.org/drawingml/2006/main">
            <a:off x="6238875" y="942975"/>
            <a:ext cx="180706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0A0A0A"/>
                </a:solidFill>
                <a:latin typeface="Courier New"/>
                <a:ea typeface="Courier New"/>
                <a:cs typeface="Courier New"/>
              </a:defRPr>
            </a:defPPr>
            <a:lvl1pPr>
              <a:defRPr sz="1125" b="1">
                <a:solidFill>
                  <a:srgbClr val="0A0A0A"/>
                </a:solidFill>
                <a:latin typeface="Courier New"/>
                <a:ea typeface="Courier New"/>
                <a:cs typeface="Courier New"/>
              </a:defRPr>
            </a:lvl1pPr>
            <a:lvl2pPr>
              <a:defRPr sz="1125" b="1">
                <a:solidFill>
                  <a:srgbClr val="0A0A0A"/>
                </a:solidFill>
                <a:latin typeface="Courier New"/>
                <a:ea typeface="Courier New"/>
                <a:cs typeface="Courier New"/>
              </a:defRPr>
            </a:lvl2pPr>
            <a:lvl3pPr>
              <a:defRPr sz="1125" b="1">
                <a:solidFill>
                  <a:srgbClr val="0A0A0A"/>
                </a:solidFill>
                <a:latin typeface="Courier New"/>
                <a:ea typeface="Courier New"/>
                <a:cs typeface="Courier New"/>
              </a:defRPr>
            </a:lvl3pPr>
            <a:lvl4pPr>
              <a:defRPr sz="1125" b="1">
                <a:solidFill>
                  <a:srgbClr val="0A0A0A"/>
                </a:solidFill>
                <a:latin typeface="Courier New"/>
                <a:ea typeface="Courier New"/>
                <a:cs typeface="Courier New"/>
              </a:defRPr>
            </a:lvl4pPr>
            <a:lvl5pPr>
              <a:defRPr sz="1125" b="1">
                <a:solidFill>
                  <a:srgbClr val="0A0A0A"/>
                </a:solidFill>
                <a:latin typeface="Courier New"/>
                <a:ea typeface="Courier New"/>
                <a:cs typeface="Courier New"/>
              </a:defRPr>
            </a:lvl5pPr>
            <a:lvl6pPr>
              <a:defRPr sz="1125" b="1">
                <a:solidFill>
                  <a:srgbClr val="0A0A0A"/>
                </a:solidFill>
                <a:latin typeface="Courier New"/>
                <a:ea typeface="Courier New"/>
                <a:cs typeface="Courier New"/>
              </a:defRPr>
            </a:lvl6pPr>
            <a:lvl7pPr>
              <a:defRPr sz="1125" b="1">
                <a:solidFill>
                  <a:srgbClr val="0A0A0A"/>
                </a:solidFill>
                <a:latin typeface="Courier New"/>
                <a:ea typeface="Courier New"/>
                <a:cs typeface="Courier New"/>
              </a:defRPr>
            </a:lvl7pPr>
            <a:lvl8pPr>
              <a:defRPr sz="1125" b="1">
                <a:solidFill>
                  <a:srgbClr val="0A0A0A"/>
                </a:solidFill>
                <a:latin typeface="Courier New"/>
                <a:ea typeface="Courier New"/>
                <a:cs typeface="Courier New"/>
              </a:defRPr>
            </a:lvl8pPr>
            <a:lvl9pPr>
              <a:defRPr sz="1125" b="1">
                <a:solidFill>
                  <a:srgbClr val="0A0A0A"/>
                </a:solidFill>
                <a:latin typeface="Courier New"/>
                <a:ea typeface="Courier New"/>
                <a:cs typeface="Courier New"/>
              </a:defRPr>
            </a:lvl9pPr>
          </a:lstStyle>
          <a:p xmlns:a="http://schemas.openxmlformats.org/drawingml/2006/main">
            <a:pPr>
              <a:defRPr sz="1125" b="1">
                <a:solidFill>
                  <a:srgbClr val="0A0A0A"/>
                </a:solidFill>
                <a:latin typeface="Courier New"/>
                <a:ea typeface="Courier New"/>
                <a:cs typeface="Courier New"/>
              </a:defRPr>
            </a:pPr>
            <a:r>
              <a:rPr sz="1125" b="1">
                <a:solidFill>
                  <a:srgbClr val="0A0A0A"/>
                </a:solidFill>
                <a:latin typeface="Courier New"/>
                <a:ea typeface="Courier New"/>
                <a:cs typeface="Courier New"/>
              </a:rPr>
              <a:t>TOOLS &amp; PLATFORM</a:t>
            </a:r>
          </a:p>
        </p:txBody>
      </p:sp>
      <p:sp>
        <p:nvSpPr>
          <p:cNvPr id="9" name="">
            <a:extLst xmlns:a="http://schemas.openxmlformats.org/drawingml/2006/main">
              <a:ext uri="{FF2B5EF4-FFF2-40B4-BE49-F238E27FC236}">
                <a16:creationId xmlns:a16="http://schemas.microsoft.com/office/drawing/2014/main" id="{86823EF0-36A8-4864-9335-65E85D7B3045}"/>
              </a:ext>
            </a:extLst>
          </p:cNvPr>
          <p:cNvSpPr>
            <a:spLocks xmlns:a="http://schemas.openxmlformats.org/drawingml/2006/main" noGrp="1"/>
          </p:cNvSpPr>
          <p:nvPr/>
        </p:nvSpPr>
        <p:spPr>
          <a:xfrm xmlns:a="http://schemas.openxmlformats.org/drawingml/2006/main">
            <a:off x="6238875" y="1219200"/>
            <a:ext cx="5381625"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826A67-C18B-4B11-9EB8-F8A6FF54DDBA}"/>
              </a:ext>
            </a:extLst>
          </p:cNvPr>
          <p:cNvSpPr>
            <a:spLocks xmlns:a="http://schemas.openxmlformats.org/drawingml/2006/main" noGrp="1"/>
          </p:cNvSpPr>
          <p:nvPr/>
        </p:nvSpPr>
        <p:spPr>
          <a:xfrm xmlns:a="http://schemas.openxmlformats.org/drawingml/2006/main">
            <a:off x="6238875" y="1600200"/>
            <a:ext cx="5381625"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879E06-7DF3-4C39-B557-F6F2B24BBC3E}"/>
              </a:ext>
            </a:extLst>
          </p:cNvPr>
          <p:cNvSpPr>
            <a:spLocks xmlns:a="http://schemas.openxmlformats.org/drawingml/2006/main" noGrp="1"/>
          </p:cNvSpPr>
          <p:nvPr/>
        </p:nvSpPr>
        <p:spPr>
          <a:xfrm xmlns:a="http://schemas.openxmlformats.org/drawingml/2006/main">
            <a:off x="6238875" y="1981200"/>
            <a:ext cx="5381625"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097ACE7-1B2D-41F2-8478-DD43F075EFC5}"/>
              </a:ext>
            </a:extLst>
          </p:cNvPr>
          <p:cNvSpPr>
            <a:spLocks xmlns:a="http://schemas.openxmlformats.org/drawingml/2006/main" noGrp="1"/>
          </p:cNvSpPr>
          <p:nvPr/>
        </p:nvSpPr>
        <p:spPr>
          <a:xfrm xmlns:a="http://schemas.openxmlformats.org/drawingml/2006/main">
            <a:off x="6238875" y="2362200"/>
            <a:ext cx="5381625"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784CB46-A4C1-46A2-A732-98289FC69FE1}"/>
              </a:ext>
            </a:extLst>
          </p:cNvPr>
          <p:cNvSpPr>
            <a:spLocks xmlns:a="http://schemas.openxmlformats.org/drawingml/2006/main" noGrp="1"/>
          </p:cNvSpPr>
          <p:nvPr/>
        </p:nvSpPr>
        <p:spPr>
          <a:xfrm xmlns:a="http://schemas.openxmlformats.org/drawingml/2006/main">
            <a:off x="6238875" y="2743200"/>
            <a:ext cx="5381625"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5B09433-DEAD-43B6-ACB1-C1A3077520B9}"/>
              </a:ext>
            </a:extLst>
          </p:cNvPr>
          <p:cNvSpPr>
            <a:spLocks xmlns:a="http://schemas.openxmlformats.org/drawingml/2006/main" noGrp="1"/>
          </p:cNvSpPr>
          <p:nvPr/>
        </p:nvSpPr>
        <p:spPr>
          <a:xfrm xmlns:a="http://schemas.openxmlformats.org/drawingml/2006/main">
            <a:off x="6238875" y="3162300"/>
            <a:ext cx="5381625" cy="333375"/>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5" name="text-15">
            <a:extLst xmlns:a="http://schemas.openxmlformats.org/drawingml/2006/main">
              <a:ext uri="{FF2B5EF4-FFF2-40B4-BE49-F238E27FC236}">
                <a16:creationId xmlns:a16="http://schemas.microsoft.com/office/drawing/2014/main" id="{9699A0A3-026F-492E-8051-B674585CD780}"/>
              </a:ext>
            </a:extLst>
          </p:cNvPr>
          <p:cNvSpPr>
            <a:spLocks xmlns:a="http://schemas.openxmlformats.org/drawingml/2006/main" noGrp="1"/>
          </p:cNvSpPr>
          <p:nvPr/>
        </p:nvSpPr>
        <p:spPr>
          <a:xfrm xmlns:a="http://schemas.openxmlformats.org/drawingml/2006/main">
            <a:off x="6467475" y="3257550"/>
            <a:ext cx="4394261"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FFFFFF"/>
                </a:solidFill>
                <a:latin typeface="Courier New"/>
                <a:ea typeface="Courier New"/>
                <a:cs typeface="Courier New"/>
              </a:defRPr>
            </a:defPPr>
            <a:lvl1pPr>
              <a:defRPr sz="975" b="0">
                <a:solidFill>
                  <a:srgbClr val="FFFFFF"/>
                </a:solidFill>
                <a:latin typeface="Courier New"/>
                <a:ea typeface="Courier New"/>
                <a:cs typeface="Courier New"/>
              </a:defRPr>
            </a:lvl1pPr>
            <a:lvl2pPr>
              <a:defRPr sz="975" b="0">
                <a:solidFill>
                  <a:srgbClr val="FFFFFF"/>
                </a:solidFill>
                <a:latin typeface="Courier New"/>
                <a:ea typeface="Courier New"/>
                <a:cs typeface="Courier New"/>
              </a:defRPr>
            </a:lvl2pPr>
            <a:lvl3pPr>
              <a:defRPr sz="975" b="0">
                <a:solidFill>
                  <a:srgbClr val="FFFFFF"/>
                </a:solidFill>
                <a:latin typeface="Courier New"/>
                <a:ea typeface="Courier New"/>
                <a:cs typeface="Courier New"/>
              </a:defRPr>
            </a:lvl3pPr>
            <a:lvl4pPr>
              <a:defRPr sz="975" b="0">
                <a:solidFill>
                  <a:srgbClr val="FFFFFF"/>
                </a:solidFill>
                <a:latin typeface="Courier New"/>
                <a:ea typeface="Courier New"/>
                <a:cs typeface="Courier New"/>
              </a:defRPr>
            </a:lvl4pPr>
            <a:lvl5pPr>
              <a:defRPr sz="975" b="0">
                <a:solidFill>
                  <a:srgbClr val="FFFFFF"/>
                </a:solidFill>
                <a:latin typeface="Courier New"/>
                <a:ea typeface="Courier New"/>
                <a:cs typeface="Courier New"/>
              </a:defRPr>
            </a:lvl5pPr>
            <a:lvl6pPr>
              <a:defRPr sz="975" b="0">
                <a:solidFill>
                  <a:srgbClr val="FFFFFF"/>
                </a:solidFill>
                <a:latin typeface="Courier New"/>
                <a:ea typeface="Courier New"/>
                <a:cs typeface="Courier New"/>
              </a:defRPr>
            </a:lvl6pPr>
            <a:lvl7pPr>
              <a:defRPr sz="975" b="0">
                <a:solidFill>
                  <a:srgbClr val="FFFFFF"/>
                </a:solidFill>
                <a:latin typeface="Courier New"/>
                <a:ea typeface="Courier New"/>
                <a:cs typeface="Courier New"/>
              </a:defRPr>
            </a:lvl7pPr>
            <a:lvl8pPr>
              <a:defRPr sz="975" b="0">
                <a:solidFill>
                  <a:srgbClr val="FFFFFF"/>
                </a:solidFill>
                <a:latin typeface="Courier New"/>
                <a:ea typeface="Courier New"/>
                <a:cs typeface="Courier New"/>
              </a:defRPr>
            </a:lvl8pPr>
            <a:lvl9pPr>
              <a:defRPr sz="975" b="0">
                <a:solidFill>
                  <a:srgbClr val="FFFFFF"/>
                </a:solidFill>
                <a:latin typeface="Courier New"/>
                <a:ea typeface="Courier New"/>
                <a:cs typeface="Courier New"/>
              </a:defRPr>
            </a:lvl9pPr>
          </a:lstStyle>
          <a:p xmlns:a="http://schemas.openxmlformats.org/drawingml/2006/main">
            <a:pPr>
              <a:defRPr sz="975" b="0">
                <a:solidFill>
                  <a:srgbClr val="FFFFFF"/>
                </a:solidFill>
                <a:latin typeface="Courier New"/>
                <a:ea typeface="Courier New"/>
                <a:cs typeface="Courier New"/>
              </a:defRPr>
            </a:pPr>
            <a:r>
              <a:rPr sz="975" b="0">
                <a:solidFill>
                  <a:srgbClr val="FFFFFF"/>
                </a:solidFill>
                <a:latin typeface="Courier New"/>
                <a:ea typeface="Courier New"/>
                <a:cs typeface="Courier New"/>
              </a:rPr>
              <a:t>All tools are open-source — zero licensing cost</a:t>
            </a:r>
          </a:p>
        </p:txBody>
      </p:sp>
      <p:sp>
        <p:nvSpPr>
          <p:cNvPr id="16" name="text-16">
            <a:extLst xmlns:a="http://schemas.openxmlformats.org/drawingml/2006/main">
              <a:ext uri="{FF2B5EF4-FFF2-40B4-BE49-F238E27FC236}">
                <a16:creationId xmlns:a16="http://schemas.microsoft.com/office/drawing/2014/main" id="{45E3F130-32EB-4717-A6D7-5C3DE999EA86}"/>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A0A0A"/>
                </a:solidFill>
                <a:latin typeface="Courier New"/>
                <a:ea typeface="Courier New"/>
                <a:cs typeface="Courier New"/>
              </a:defRPr>
            </a:defPPr>
            <a:lvl1pPr>
              <a:defRPr sz="825" b="0">
                <a:solidFill>
                  <a:srgbClr val="0A0A0A"/>
                </a:solidFill>
                <a:latin typeface="Courier New"/>
                <a:ea typeface="Courier New"/>
                <a:cs typeface="Courier New"/>
              </a:defRPr>
            </a:lvl1pPr>
            <a:lvl2pPr>
              <a:defRPr sz="825" b="0">
                <a:solidFill>
                  <a:srgbClr val="0A0A0A"/>
                </a:solidFill>
                <a:latin typeface="Courier New"/>
                <a:ea typeface="Courier New"/>
                <a:cs typeface="Courier New"/>
              </a:defRPr>
            </a:lvl2pPr>
            <a:lvl3pPr>
              <a:defRPr sz="825" b="0">
                <a:solidFill>
                  <a:srgbClr val="0A0A0A"/>
                </a:solidFill>
                <a:latin typeface="Courier New"/>
                <a:ea typeface="Courier New"/>
                <a:cs typeface="Courier New"/>
              </a:defRPr>
            </a:lvl3pPr>
            <a:lvl4pPr>
              <a:defRPr sz="825" b="0">
                <a:solidFill>
                  <a:srgbClr val="0A0A0A"/>
                </a:solidFill>
                <a:latin typeface="Courier New"/>
                <a:ea typeface="Courier New"/>
                <a:cs typeface="Courier New"/>
              </a:defRPr>
            </a:lvl4pPr>
            <a:lvl5pPr>
              <a:defRPr sz="825" b="0">
                <a:solidFill>
                  <a:srgbClr val="0A0A0A"/>
                </a:solidFill>
                <a:latin typeface="Courier New"/>
                <a:ea typeface="Courier New"/>
                <a:cs typeface="Courier New"/>
              </a:defRPr>
            </a:lvl5pPr>
            <a:lvl6pPr>
              <a:defRPr sz="825" b="0">
                <a:solidFill>
                  <a:srgbClr val="0A0A0A"/>
                </a:solidFill>
                <a:latin typeface="Courier New"/>
                <a:ea typeface="Courier New"/>
                <a:cs typeface="Courier New"/>
              </a:defRPr>
            </a:lvl6pPr>
            <a:lvl7pPr>
              <a:defRPr sz="825" b="0">
                <a:solidFill>
                  <a:srgbClr val="0A0A0A"/>
                </a:solidFill>
                <a:latin typeface="Courier New"/>
                <a:ea typeface="Courier New"/>
                <a:cs typeface="Courier New"/>
              </a:defRPr>
            </a:lvl7pPr>
            <a:lvl8pPr>
              <a:defRPr sz="825" b="0">
                <a:solidFill>
                  <a:srgbClr val="0A0A0A"/>
                </a:solidFill>
                <a:latin typeface="Courier New"/>
                <a:ea typeface="Courier New"/>
                <a:cs typeface="Courier New"/>
              </a:defRPr>
            </a:lvl8pPr>
            <a:lvl9pPr>
              <a:defRPr sz="825" b="0">
                <a:solidFill>
                  <a:srgbClr val="0A0A0A"/>
                </a:solidFill>
                <a:latin typeface="Courier New"/>
                <a:ea typeface="Courier New"/>
                <a:cs typeface="Courier New"/>
              </a:defRPr>
            </a:lvl9pPr>
          </a:lstStyle>
          <a:p xmlns:a="http://schemas.openxmlformats.org/drawingml/2006/main">
            <a:pPr>
              <a:defRPr sz="825" b="0">
                <a:solidFill>
                  <a:srgbClr val="0A0A0A"/>
                </a:solidFill>
                <a:latin typeface="Courier New"/>
                <a:ea typeface="Courier New"/>
                <a:cs typeface="Courier New"/>
              </a:defRPr>
            </a:pPr>
            <a:r>
              <a:rPr sz="825" b="0">
                <a:solidFill>
                  <a:srgbClr val="0A0A0A"/>
                </a:solidFill>
                <a:latin typeface="Courier New"/>
                <a:ea typeface="Courier New"/>
                <a:cs typeface="Courier New"/>
              </a:rPr>
              <a:t>LESS / GRID / MONO</a:t>
            </a:r>
          </a:p>
        </p:txBody>
      </p:sp>
      <p:sp>
        <p:nvSpPr>
          <p:cNvPr id="17" name="text-17">
            <a:extLst xmlns:a="http://schemas.openxmlformats.org/drawingml/2006/main">
              <a:ext uri="{FF2B5EF4-FFF2-40B4-BE49-F238E27FC236}">
                <a16:creationId xmlns:a16="http://schemas.microsoft.com/office/drawing/2014/main" id="{731322A6-E0D0-42D9-AB9C-565F6B1E985C}"/>
              </a:ext>
            </a:extLst>
          </p:cNvPr>
          <p:cNvSpPr>
            <a:spLocks xmlns:a="http://schemas.openxmlformats.org/drawingml/2006/main" noGrp="1"/>
          </p:cNvSpPr>
          <p:nvPr/>
        </p:nvSpPr>
        <p:spPr>
          <a:xfrm xmlns:a="http://schemas.openxmlformats.org/drawingml/2006/main">
            <a:off x="790575" y="1609725"/>
            <a:ext cx="216802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555555"/>
                </a:solidFill>
                <a:latin typeface="Arial"/>
                <a:ea typeface="Arial"/>
                <a:cs typeface="Arial"/>
              </a:defRPr>
            </a:defPPr>
            <a:lvl1pPr>
              <a:defRPr sz="975" b="1">
                <a:solidFill>
                  <a:srgbClr val="555555"/>
                </a:solidFill>
                <a:latin typeface="Arial"/>
                <a:ea typeface="Arial"/>
                <a:cs typeface="Arial"/>
              </a:defRPr>
            </a:lvl1pPr>
            <a:lvl2pPr>
              <a:defRPr sz="975" b="1">
                <a:solidFill>
                  <a:srgbClr val="555555"/>
                </a:solidFill>
                <a:latin typeface="Arial"/>
                <a:ea typeface="Arial"/>
                <a:cs typeface="Arial"/>
              </a:defRPr>
            </a:lvl2pPr>
            <a:lvl3pPr>
              <a:defRPr sz="975" b="1">
                <a:solidFill>
                  <a:srgbClr val="555555"/>
                </a:solidFill>
                <a:latin typeface="Arial"/>
                <a:ea typeface="Arial"/>
                <a:cs typeface="Arial"/>
              </a:defRPr>
            </a:lvl3pPr>
            <a:lvl4pPr>
              <a:defRPr sz="975" b="1">
                <a:solidFill>
                  <a:srgbClr val="555555"/>
                </a:solidFill>
                <a:latin typeface="Arial"/>
                <a:ea typeface="Arial"/>
                <a:cs typeface="Arial"/>
              </a:defRPr>
            </a:lvl4pPr>
            <a:lvl5pPr>
              <a:defRPr sz="975" b="1">
                <a:solidFill>
                  <a:srgbClr val="555555"/>
                </a:solidFill>
                <a:latin typeface="Arial"/>
                <a:ea typeface="Arial"/>
                <a:cs typeface="Arial"/>
              </a:defRPr>
            </a:lvl5pPr>
            <a:lvl6pPr>
              <a:defRPr sz="975" b="1">
                <a:solidFill>
                  <a:srgbClr val="555555"/>
                </a:solidFill>
                <a:latin typeface="Arial"/>
                <a:ea typeface="Arial"/>
                <a:cs typeface="Arial"/>
              </a:defRPr>
            </a:lvl6pPr>
            <a:lvl7pPr>
              <a:defRPr sz="975" b="1">
                <a:solidFill>
                  <a:srgbClr val="555555"/>
                </a:solidFill>
                <a:latin typeface="Arial"/>
                <a:ea typeface="Arial"/>
                <a:cs typeface="Arial"/>
              </a:defRPr>
            </a:lvl7pPr>
            <a:lvl8pPr>
              <a:defRPr sz="975" b="1">
                <a:solidFill>
                  <a:srgbClr val="555555"/>
                </a:solidFill>
                <a:latin typeface="Arial"/>
                <a:ea typeface="Arial"/>
                <a:cs typeface="Arial"/>
              </a:defRPr>
            </a:lvl8pPr>
            <a:lvl9pPr>
              <a:defRPr sz="975" b="1">
                <a:solidFill>
                  <a:srgbClr val="555555"/>
                </a:solidFill>
                <a:latin typeface="Arial"/>
                <a:ea typeface="Arial"/>
                <a:cs typeface="Arial"/>
              </a:defRPr>
            </a:lvl9pPr>
          </a:lstStyle>
          <a:p xmlns:a="http://schemas.openxmlformats.org/drawingml/2006/main">
            <a:pPr>
              <a:defRPr sz="975" b="1">
                <a:solidFill>
                  <a:srgbClr val="555555"/>
                </a:solidFill>
                <a:latin typeface="Arial"/>
                <a:ea typeface="Arial"/>
                <a:cs typeface="Arial"/>
              </a:defRPr>
            </a:pPr>
            <a:r>
              <a:rPr sz="975" b="1">
                <a:solidFill>
                  <a:srgbClr val="555555"/>
                </a:solidFill>
                <a:latin typeface="Arial"/>
                <a:ea typeface="Arial"/>
                <a:cs typeface="Arial"/>
              </a:rPr>
              <a:t>Source: Kaggle (IBM Watson)</a:t>
            </a:r>
          </a:p>
        </p:txBody>
      </p:sp>
      <p:sp>
        <p:nvSpPr>
          <p:cNvPr id="18" name="text-18">
            <a:extLst xmlns:a="http://schemas.openxmlformats.org/drawingml/2006/main">
              <a:ext uri="{FF2B5EF4-FFF2-40B4-BE49-F238E27FC236}">
                <a16:creationId xmlns:a16="http://schemas.microsoft.com/office/drawing/2014/main" id="{F0B16D5D-FE36-493D-9DA0-9AB80B82D759}"/>
              </a:ext>
            </a:extLst>
          </p:cNvPr>
          <p:cNvSpPr>
            <a:spLocks xmlns:a="http://schemas.openxmlformats.org/drawingml/2006/main" noGrp="1"/>
          </p:cNvSpPr>
          <p:nvPr/>
        </p:nvSpPr>
        <p:spPr>
          <a:xfrm xmlns:a="http://schemas.openxmlformats.org/drawingml/2006/main">
            <a:off x="790575" y="1807815"/>
            <a:ext cx="2035299"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555555"/>
                </a:solidFill>
                <a:latin typeface="Arial"/>
                <a:ea typeface="Arial"/>
                <a:cs typeface="Arial"/>
              </a:defRPr>
            </a:defPPr>
            <a:lvl1pPr>
              <a:defRPr sz="975" b="1">
                <a:solidFill>
                  <a:srgbClr val="555555"/>
                </a:solidFill>
                <a:latin typeface="Arial"/>
                <a:ea typeface="Arial"/>
                <a:cs typeface="Arial"/>
              </a:defRPr>
            </a:lvl1pPr>
            <a:lvl2pPr>
              <a:defRPr sz="975" b="1">
                <a:solidFill>
                  <a:srgbClr val="555555"/>
                </a:solidFill>
                <a:latin typeface="Arial"/>
                <a:ea typeface="Arial"/>
                <a:cs typeface="Arial"/>
              </a:defRPr>
            </a:lvl2pPr>
            <a:lvl3pPr>
              <a:defRPr sz="975" b="1">
                <a:solidFill>
                  <a:srgbClr val="555555"/>
                </a:solidFill>
                <a:latin typeface="Arial"/>
                <a:ea typeface="Arial"/>
                <a:cs typeface="Arial"/>
              </a:defRPr>
            </a:lvl3pPr>
            <a:lvl4pPr>
              <a:defRPr sz="975" b="1">
                <a:solidFill>
                  <a:srgbClr val="555555"/>
                </a:solidFill>
                <a:latin typeface="Arial"/>
                <a:ea typeface="Arial"/>
                <a:cs typeface="Arial"/>
              </a:defRPr>
            </a:lvl4pPr>
            <a:lvl5pPr>
              <a:defRPr sz="975" b="1">
                <a:solidFill>
                  <a:srgbClr val="555555"/>
                </a:solidFill>
                <a:latin typeface="Arial"/>
                <a:ea typeface="Arial"/>
                <a:cs typeface="Arial"/>
              </a:defRPr>
            </a:lvl5pPr>
            <a:lvl6pPr>
              <a:defRPr sz="975" b="1">
                <a:solidFill>
                  <a:srgbClr val="555555"/>
                </a:solidFill>
                <a:latin typeface="Arial"/>
                <a:ea typeface="Arial"/>
                <a:cs typeface="Arial"/>
              </a:defRPr>
            </a:lvl6pPr>
            <a:lvl7pPr>
              <a:defRPr sz="975" b="1">
                <a:solidFill>
                  <a:srgbClr val="555555"/>
                </a:solidFill>
                <a:latin typeface="Arial"/>
                <a:ea typeface="Arial"/>
                <a:cs typeface="Arial"/>
              </a:defRPr>
            </a:lvl7pPr>
            <a:lvl8pPr>
              <a:defRPr sz="975" b="1">
                <a:solidFill>
                  <a:srgbClr val="555555"/>
                </a:solidFill>
                <a:latin typeface="Arial"/>
                <a:ea typeface="Arial"/>
                <a:cs typeface="Arial"/>
              </a:defRPr>
            </a:lvl8pPr>
            <a:lvl9pPr>
              <a:defRPr sz="975" b="1">
                <a:solidFill>
                  <a:srgbClr val="555555"/>
                </a:solidFill>
                <a:latin typeface="Arial"/>
                <a:ea typeface="Arial"/>
                <a:cs typeface="Arial"/>
              </a:defRPr>
            </a:lvl9pPr>
          </a:lstStyle>
          <a:p xmlns:a="http://schemas.openxmlformats.org/drawingml/2006/main">
            <a:pPr>
              <a:defRPr sz="975" b="1">
                <a:solidFill>
                  <a:srgbClr val="555555"/>
                </a:solidFill>
                <a:latin typeface="Arial"/>
                <a:ea typeface="Arial"/>
                <a:cs typeface="Arial"/>
              </a:defRPr>
            </a:pPr>
            <a:r>
              <a:rPr sz="975" b="1">
                <a:solidFill>
                  <a:srgbClr val="555555"/>
                </a:solidFill>
                <a:latin typeface="Arial"/>
                <a:ea typeface="Arial"/>
                <a:cs typeface="Arial"/>
              </a:rPr>
              <a:t>Records: ~7,000 customers</a:t>
            </a:r>
          </a:p>
        </p:txBody>
      </p:sp>
      <p:sp>
        <p:nvSpPr>
          <p:cNvPr id="19" name="text-19">
            <a:extLst xmlns:a="http://schemas.openxmlformats.org/drawingml/2006/main">
              <a:ext uri="{FF2B5EF4-FFF2-40B4-BE49-F238E27FC236}">
                <a16:creationId xmlns:a16="http://schemas.microsoft.com/office/drawing/2014/main" id="{EEED951B-0C8A-4F44-AA42-71992622BD11}"/>
              </a:ext>
            </a:extLst>
          </p:cNvPr>
          <p:cNvSpPr>
            <a:spLocks xmlns:a="http://schemas.openxmlformats.org/drawingml/2006/main" noGrp="1"/>
          </p:cNvSpPr>
          <p:nvPr/>
        </p:nvSpPr>
        <p:spPr>
          <a:xfrm xmlns:a="http://schemas.openxmlformats.org/drawingml/2006/main">
            <a:off x="790575" y="2005905"/>
            <a:ext cx="4012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555555"/>
                </a:solidFill>
                <a:latin typeface="Arial"/>
                <a:ea typeface="Arial"/>
                <a:cs typeface="Arial"/>
              </a:defRPr>
            </a:defPPr>
            <a:lvl1pPr>
              <a:defRPr sz="975" b="1">
                <a:solidFill>
                  <a:srgbClr val="555555"/>
                </a:solidFill>
                <a:latin typeface="Arial"/>
                <a:ea typeface="Arial"/>
                <a:cs typeface="Arial"/>
              </a:defRPr>
            </a:lvl1pPr>
            <a:lvl2pPr>
              <a:defRPr sz="975" b="1">
                <a:solidFill>
                  <a:srgbClr val="555555"/>
                </a:solidFill>
                <a:latin typeface="Arial"/>
                <a:ea typeface="Arial"/>
                <a:cs typeface="Arial"/>
              </a:defRPr>
            </a:lvl2pPr>
            <a:lvl3pPr>
              <a:defRPr sz="975" b="1">
                <a:solidFill>
                  <a:srgbClr val="555555"/>
                </a:solidFill>
                <a:latin typeface="Arial"/>
                <a:ea typeface="Arial"/>
                <a:cs typeface="Arial"/>
              </a:defRPr>
            </a:lvl3pPr>
            <a:lvl4pPr>
              <a:defRPr sz="975" b="1">
                <a:solidFill>
                  <a:srgbClr val="555555"/>
                </a:solidFill>
                <a:latin typeface="Arial"/>
                <a:ea typeface="Arial"/>
                <a:cs typeface="Arial"/>
              </a:defRPr>
            </a:lvl4pPr>
            <a:lvl5pPr>
              <a:defRPr sz="975" b="1">
                <a:solidFill>
                  <a:srgbClr val="555555"/>
                </a:solidFill>
                <a:latin typeface="Arial"/>
                <a:ea typeface="Arial"/>
                <a:cs typeface="Arial"/>
              </a:defRPr>
            </a:lvl5pPr>
            <a:lvl6pPr>
              <a:defRPr sz="975" b="1">
                <a:solidFill>
                  <a:srgbClr val="555555"/>
                </a:solidFill>
                <a:latin typeface="Arial"/>
                <a:ea typeface="Arial"/>
                <a:cs typeface="Arial"/>
              </a:defRPr>
            </a:lvl6pPr>
            <a:lvl7pPr>
              <a:defRPr sz="975" b="1">
                <a:solidFill>
                  <a:srgbClr val="555555"/>
                </a:solidFill>
                <a:latin typeface="Arial"/>
                <a:ea typeface="Arial"/>
                <a:cs typeface="Arial"/>
              </a:defRPr>
            </a:lvl7pPr>
            <a:lvl8pPr>
              <a:defRPr sz="975" b="1">
                <a:solidFill>
                  <a:srgbClr val="555555"/>
                </a:solidFill>
                <a:latin typeface="Arial"/>
                <a:ea typeface="Arial"/>
                <a:cs typeface="Arial"/>
              </a:defRPr>
            </a:lvl8pPr>
            <a:lvl9pPr>
              <a:defRPr sz="975" b="1">
                <a:solidFill>
                  <a:srgbClr val="555555"/>
                </a:solidFill>
                <a:latin typeface="Arial"/>
                <a:ea typeface="Arial"/>
                <a:cs typeface="Arial"/>
              </a:defRPr>
            </a:lvl9pPr>
          </a:lstStyle>
          <a:p xmlns:a="http://schemas.openxmlformats.org/drawingml/2006/main">
            <a:pPr>
              <a:defRPr sz="975" b="1">
                <a:solidFill>
                  <a:srgbClr val="555555"/>
                </a:solidFill>
                <a:latin typeface="Arial"/>
                <a:ea typeface="Arial"/>
                <a:cs typeface="Arial"/>
              </a:defRPr>
            </a:pPr>
            <a:r>
              <a:rPr sz="975" b="1">
                <a:solidFill>
                  <a:srgbClr val="555555"/>
                </a:solidFill>
                <a:latin typeface="Arial"/>
                <a:ea typeface="Arial"/>
                <a:cs typeface="Arial"/>
              </a:rPr>
              <a:t>Features: 33 variables (demographics, services, account)</a:t>
            </a:r>
          </a:p>
        </p:txBody>
      </p:sp>
      <p:sp>
        <p:nvSpPr>
          <p:cNvPr id="20" name="text-20">
            <a:extLst xmlns:a="http://schemas.openxmlformats.org/drawingml/2006/main">
              <a:ext uri="{FF2B5EF4-FFF2-40B4-BE49-F238E27FC236}">
                <a16:creationId xmlns:a16="http://schemas.microsoft.com/office/drawing/2014/main" id="{A29ADEF6-9161-41A7-83B9-37D843D38088}"/>
              </a:ext>
            </a:extLst>
          </p:cNvPr>
          <p:cNvSpPr>
            <a:spLocks xmlns:a="http://schemas.openxmlformats.org/drawingml/2006/main" noGrp="1"/>
          </p:cNvSpPr>
          <p:nvPr/>
        </p:nvSpPr>
        <p:spPr>
          <a:xfrm xmlns:a="http://schemas.openxmlformats.org/drawingml/2006/main">
            <a:off x="790575" y="2203996"/>
            <a:ext cx="276158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555555"/>
                </a:solidFill>
                <a:latin typeface="Arial"/>
                <a:ea typeface="Arial"/>
                <a:cs typeface="Arial"/>
              </a:defRPr>
            </a:defPPr>
            <a:lvl1pPr>
              <a:defRPr sz="975" b="1">
                <a:solidFill>
                  <a:srgbClr val="555555"/>
                </a:solidFill>
                <a:latin typeface="Arial"/>
                <a:ea typeface="Arial"/>
                <a:cs typeface="Arial"/>
              </a:defRPr>
            </a:lvl1pPr>
            <a:lvl2pPr>
              <a:defRPr sz="975" b="1">
                <a:solidFill>
                  <a:srgbClr val="555555"/>
                </a:solidFill>
                <a:latin typeface="Arial"/>
                <a:ea typeface="Arial"/>
                <a:cs typeface="Arial"/>
              </a:defRPr>
            </a:lvl2pPr>
            <a:lvl3pPr>
              <a:defRPr sz="975" b="1">
                <a:solidFill>
                  <a:srgbClr val="555555"/>
                </a:solidFill>
                <a:latin typeface="Arial"/>
                <a:ea typeface="Arial"/>
                <a:cs typeface="Arial"/>
              </a:defRPr>
            </a:lvl3pPr>
            <a:lvl4pPr>
              <a:defRPr sz="975" b="1">
                <a:solidFill>
                  <a:srgbClr val="555555"/>
                </a:solidFill>
                <a:latin typeface="Arial"/>
                <a:ea typeface="Arial"/>
                <a:cs typeface="Arial"/>
              </a:defRPr>
            </a:lvl4pPr>
            <a:lvl5pPr>
              <a:defRPr sz="975" b="1">
                <a:solidFill>
                  <a:srgbClr val="555555"/>
                </a:solidFill>
                <a:latin typeface="Arial"/>
                <a:ea typeface="Arial"/>
                <a:cs typeface="Arial"/>
              </a:defRPr>
            </a:lvl5pPr>
            <a:lvl6pPr>
              <a:defRPr sz="975" b="1">
                <a:solidFill>
                  <a:srgbClr val="555555"/>
                </a:solidFill>
                <a:latin typeface="Arial"/>
                <a:ea typeface="Arial"/>
                <a:cs typeface="Arial"/>
              </a:defRPr>
            </a:lvl6pPr>
            <a:lvl7pPr>
              <a:defRPr sz="975" b="1">
                <a:solidFill>
                  <a:srgbClr val="555555"/>
                </a:solidFill>
                <a:latin typeface="Arial"/>
                <a:ea typeface="Arial"/>
                <a:cs typeface="Arial"/>
              </a:defRPr>
            </a:lvl7pPr>
            <a:lvl8pPr>
              <a:defRPr sz="975" b="1">
                <a:solidFill>
                  <a:srgbClr val="555555"/>
                </a:solidFill>
                <a:latin typeface="Arial"/>
                <a:ea typeface="Arial"/>
                <a:cs typeface="Arial"/>
              </a:defRPr>
            </a:lvl8pPr>
            <a:lvl9pPr>
              <a:defRPr sz="975" b="1">
                <a:solidFill>
                  <a:srgbClr val="555555"/>
                </a:solidFill>
                <a:latin typeface="Arial"/>
                <a:ea typeface="Arial"/>
                <a:cs typeface="Arial"/>
              </a:defRPr>
            </a:lvl9pPr>
          </a:lstStyle>
          <a:p xmlns:a="http://schemas.openxmlformats.org/drawingml/2006/main">
            <a:pPr>
              <a:defRPr sz="975" b="1">
                <a:solidFill>
                  <a:srgbClr val="555555"/>
                </a:solidFill>
                <a:latin typeface="Arial"/>
                <a:ea typeface="Arial"/>
                <a:cs typeface="Arial"/>
              </a:defRPr>
            </a:pPr>
            <a:r>
              <a:rPr sz="975" b="1">
                <a:solidFill>
                  <a:srgbClr val="555555"/>
                </a:solidFill>
                <a:latin typeface="Arial"/>
                <a:ea typeface="Arial"/>
                <a:cs typeface="Arial"/>
              </a:rPr>
              <a:t>Target: Binary churn indicator (Yes/No)</a:t>
            </a:r>
          </a:p>
        </p:txBody>
      </p:sp>
      <p:sp>
        <p:nvSpPr>
          <p:cNvPr id="21" name="text-21">
            <a:extLst xmlns:a="http://schemas.openxmlformats.org/drawingml/2006/main">
              <a:ext uri="{FF2B5EF4-FFF2-40B4-BE49-F238E27FC236}">
                <a16:creationId xmlns:a16="http://schemas.microsoft.com/office/drawing/2014/main" id="{63F3F970-0B2C-47EC-BB03-5CFABB5D84B0}"/>
              </a:ext>
            </a:extLst>
          </p:cNvPr>
          <p:cNvSpPr>
            <a:spLocks xmlns:a="http://schemas.openxmlformats.org/drawingml/2006/main" noGrp="1"/>
          </p:cNvSpPr>
          <p:nvPr/>
        </p:nvSpPr>
        <p:spPr>
          <a:xfrm xmlns:a="http://schemas.openxmlformats.org/drawingml/2006/main">
            <a:off x="790575" y="2402086"/>
            <a:ext cx="318972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1">
                <a:solidFill>
                  <a:srgbClr val="555555"/>
                </a:solidFill>
                <a:latin typeface="Arial"/>
                <a:ea typeface="Arial"/>
                <a:cs typeface="Arial"/>
              </a:defRPr>
            </a:defPPr>
            <a:lvl1pPr>
              <a:defRPr sz="975" b="1">
                <a:solidFill>
                  <a:srgbClr val="555555"/>
                </a:solidFill>
                <a:latin typeface="Arial"/>
                <a:ea typeface="Arial"/>
                <a:cs typeface="Arial"/>
              </a:defRPr>
            </a:lvl1pPr>
            <a:lvl2pPr>
              <a:defRPr sz="975" b="1">
                <a:solidFill>
                  <a:srgbClr val="555555"/>
                </a:solidFill>
                <a:latin typeface="Arial"/>
                <a:ea typeface="Arial"/>
                <a:cs typeface="Arial"/>
              </a:defRPr>
            </a:lvl2pPr>
            <a:lvl3pPr>
              <a:defRPr sz="975" b="1">
                <a:solidFill>
                  <a:srgbClr val="555555"/>
                </a:solidFill>
                <a:latin typeface="Arial"/>
                <a:ea typeface="Arial"/>
                <a:cs typeface="Arial"/>
              </a:defRPr>
            </a:lvl3pPr>
            <a:lvl4pPr>
              <a:defRPr sz="975" b="1">
                <a:solidFill>
                  <a:srgbClr val="555555"/>
                </a:solidFill>
                <a:latin typeface="Arial"/>
                <a:ea typeface="Arial"/>
                <a:cs typeface="Arial"/>
              </a:defRPr>
            </a:lvl4pPr>
            <a:lvl5pPr>
              <a:defRPr sz="975" b="1">
                <a:solidFill>
                  <a:srgbClr val="555555"/>
                </a:solidFill>
                <a:latin typeface="Arial"/>
                <a:ea typeface="Arial"/>
                <a:cs typeface="Arial"/>
              </a:defRPr>
            </a:lvl5pPr>
            <a:lvl6pPr>
              <a:defRPr sz="975" b="1">
                <a:solidFill>
                  <a:srgbClr val="555555"/>
                </a:solidFill>
                <a:latin typeface="Arial"/>
                <a:ea typeface="Arial"/>
                <a:cs typeface="Arial"/>
              </a:defRPr>
            </a:lvl6pPr>
            <a:lvl7pPr>
              <a:defRPr sz="975" b="1">
                <a:solidFill>
                  <a:srgbClr val="555555"/>
                </a:solidFill>
                <a:latin typeface="Arial"/>
                <a:ea typeface="Arial"/>
                <a:cs typeface="Arial"/>
              </a:defRPr>
            </a:lvl7pPr>
            <a:lvl8pPr>
              <a:defRPr sz="975" b="1">
                <a:solidFill>
                  <a:srgbClr val="555555"/>
                </a:solidFill>
                <a:latin typeface="Arial"/>
                <a:ea typeface="Arial"/>
                <a:cs typeface="Arial"/>
              </a:defRPr>
            </a:lvl8pPr>
            <a:lvl9pPr>
              <a:defRPr sz="975" b="1">
                <a:solidFill>
                  <a:srgbClr val="555555"/>
                </a:solidFill>
                <a:latin typeface="Arial"/>
                <a:ea typeface="Arial"/>
                <a:cs typeface="Arial"/>
              </a:defRPr>
            </a:lvl9pPr>
          </a:lstStyle>
          <a:p xmlns:a="http://schemas.openxmlformats.org/drawingml/2006/main">
            <a:pPr>
              <a:defRPr sz="975" b="1">
                <a:solidFill>
                  <a:srgbClr val="555555"/>
                </a:solidFill>
                <a:latin typeface="Arial"/>
                <a:ea typeface="Arial"/>
                <a:cs typeface="Arial"/>
              </a:defRPr>
            </a:pPr>
            <a:r>
              <a:rPr sz="975" b="1">
                <a:solidFill>
                  <a:srgbClr val="555555"/>
                </a:solidFill>
                <a:latin typeface="Arial"/>
                <a:ea typeface="Arial"/>
                <a:cs typeface="Arial"/>
              </a:rPr>
              <a:t>Benchmark: Widely used academic standard</a:t>
            </a:r>
          </a:p>
        </p:txBody>
      </p:sp>
      <p:sp>
        <p:nvSpPr>
          <p:cNvPr id="22" name="text-22">
            <a:extLst xmlns:a="http://schemas.openxmlformats.org/drawingml/2006/main">
              <a:ext uri="{FF2B5EF4-FFF2-40B4-BE49-F238E27FC236}">
                <a16:creationId xmlns:a16="http://schemas.microsoft.com/office/drawing/2014/main" id="{A34B9092-CEE1-42F4-BAC4-E0F498147CBA}"/>
              </a:ext>
            </a:extLst>
          </p:cNvPr>
          <p:cNvSpPr>
            <a:spLocks xmlns:a="http://schemas.openxmlformats.org/drawingml/2006/main" noGrp="1"/>
          </p:cNvSpPr>
          <p:nvPr/>
        </p:nvSpPr>
        <p:spPr>
          <a:xfrm xmlns:a="http://schemas.openxmlformats.org/drawingml/2006/main">
            <a:off x="6677025" y="1295400"/>
            <a:ext cx="52673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0A0A0A"/>
                </a:solidFill>
                <a:latin typeface="Arial"/>
                <a:ea typeface="Arial"/>
                <a:cs typeface="Arial"/>
              </a:defRPr>
            </a:defPPr>
            <a:lvl1pPr>
              <a:defRPr sz="1050" b="0">
                <a:solidFill>
                  <a:srgbClr val="0A0A0A"/>
                </a:solidFill>
                <a:latin typeface="Arial"/>
                <a:ea typeface="Arial"/>
                <a:cs typeface="Arial"/>
              </a:defRPr>
            </a:lvl1pPr>
            <a:lvl2pPr>
              <a:defRPr sz="1050" b="0">
                <a:solidFill>
                  <a:srgbClr val="0A0A0A"/>
                </a:solidFill>
                <a:latin typeface="Arial"/>
                <a:ea typeface="Arial"/>
                <a:cs typeface="Arial"/>
              </a:defRPr>
            </a:lvl2pPr>
            <a:lvl3pPr>
              <a:defRPr sz="1050" b="0">
                <a:solidFill>
                  <a:srgbClr val="0A0A0A"/>
                </a:solidFill>
                <a:latin typeface="Arial"/>
                <a:ea typeface="Arial"/>
                <a:cs typeface="Arial"/>
              </a:defRPr>
            </a:lvl3pPr>
            <a:lvl4pPr>
              <a:defRPr sz="1050" b="0">
                <a:solidFill>
                  <a:srgbClr val="0A0A0A"/>
                </a:solidFill>
                <a:latin typeface="Arial"/>
                <a:ea typeface="Arial"/>
                <a:cs typeface="Arial"/>
              </a:defRPr>
            </a:lvl4pPr>
            <a:lvl5pPr>
              <a:defRPr sz="1050" b="0">
                <a:solidFill>
                  <a:srgbClr val="0A0A0A"/>
                </a:solidFill>
                <a:latin typeface="Arial"/>
                <a:ea typeface="Arial"/>
                <a:cs typeface="Arial"/>
              </a:defRPr>
            </a:lvl5pPr>
            <a:lvl6pPr>
              <a:defRPr sz="1050" b="0">
                <a:solidFill>
                  <a:srgbClr val="0A0A0A"/>
                </a:solidFill>
                <a:latin typeface="Arial"/>
                <a:ea typeface="Arial"/>
                <a:cs typeface="Arial"/>
              </a:defRPr>
            </a:lvl6pPr>
            <a:lvl7pPr>
              <a:defRPr sz="1050" b="0">
                <a:solidFill>
                  <a:srgbClr val="0A0A0A"/>
                </a:solidFill>
                <a:latin typeface="Arial"/>
                <a:ea typeface="Arial"/>
                <a:cs typeface="Arial"/>
              </a:defRPr>
            </a:lvl7pPr>
            <a:lvl8pPr>
              <a:defRPr sz="1050" b="0">
                <a:solidFill>
                  <a:srgbClr val="0A0A0A"/>
                </a:solidFill>
                <a:latin typeface="Arial"/>
                <a:ea typeface="Arial"/>
                <a:cs typeface="Arial"/>
              </a:defRPr>
            </a:lvl8pPr>
            <a:lvl9pPr>
              <a:defRPr sz="1050" b="0">
                <a:solidFill>
                  <a:srgbClr val="0A0A0A"/>
                </a:solidFill>
                <a:latin typeface="Arial"/>
                <a:ea typeface="Arial"/>
                <a:cs typeface="Arial"/>
              </a:defRPr>
            </a:lvl9pPr>
          </a:lstStyle>
          <a:p xmlns:a="http://schemas.openxmlformats.org/drawingml/2006/main">
            <a:pPr>
              <a:defRPr sz="1050" b="0">
                <a:solidFill>
                  <a:srgbClr val="0A0A0A"/>
                </a:solidFill>
                <a:latin typeface="Arial"/>
                <a:ea typeface="Arial"/>
                <a:cs typeface="Arial"/>
              </a:defRPr>
            </a:pPr>
            <a:r>
              <a:rPr sz="1050" b="0">
                <a:solidFill>
                  <a:srgbClr val="0A0A0A"/>
                </a:solidFill>
                <a:latin typeface="Arial"/>
                <a:ea typeface="Arial"/>
                <a:cs typeface="Arial"/>
              </a:rPr>
              <a:t>Python Programming language</a:t>
            </a:r>
          </a:p>
        </p:txBody>
      </p:sp>
      <p:sp>
        <p:nvSpPr>
          <p:cNvPr id="23" name="text-23">
            <a:extLst xmlns:a="http://schemas.openxmlformats.org/drawingml/2006/main">
              <a:ext uri="{FF2B5EF4-FFF2-40B4-BE49-F238E27FC236}">
                <a16:creationId xmlns:a16="http://schemas.microsoft.com/office/drawing/2014/main" id="{6FDB61A9-49A9-4261-AE82-AD7E023CC94A}"/>
              </a:ext>
            </a:extLst>
          </p:cNvPr>
          <p:cNvSpPr>
            <a:spLocks xmlns:a="http://schemas.openxmlformats.org/drawingml/2006/main" noGrp="1"/>
          </p:cNvSpPr>
          <p:nvPr/>
        </p:nvSpPr>
        <p:spPr>
          <a:xfrm xmlns:a="http://schemas.openxmlformats.org/drawingml/2006/main">
            <a:off x="6677025" y="1676400"/>
            <a:ext cx="52673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0A0A0A"/>
                </a:solidFill>
                <a:latin typeface="Arial"/>
                <a:ea typeface="Arial"/>
                <a:cs typeface="Arial"/>
              </a:defRPr>
            </a:defPPr>
            <a:lvl1pPr>
              <a:defRPr sz="1050" b="0">
                <a:solidFill>
                  <a:srgbClr val="0A0A0A"/>
                </a:solidFill>
                <a:latin typeface="Arial"/>
                <a:ea typeface="Arial"/>
                <a:cs typeface="Arial"/>
              </a:defRPr>
            </a:lvl1pPr>
            <a:lvl2pPr>
              <a:defRPr sz="1050" b="0">
                <a:solidFill>
                  <a:srgbClr val="0A0A0A"/>
                </a:solidFill>
                <a:latin typeface="Arial"/>
                <a:ea typeface="Arial"/>
                <a:cs typeface="Arial"/>
              </a:defRPr>
            </a:lvl2pPr>
            <a:lvl3pPr>
              <a:defRPr sz="1050" b="0">
                <a:solidFill>
                  <a:srgbClr val="0A0A0A"/>
                </a:solidFill>
                <a:latin typeface="Arial"/>
                <a:ea typeface="Arial"/>
                <a:cs typeface="Arial"/>
              </a:defRPr>
            </a:lvl3pPr>
            <a:lvl4pPr>
              <a:defRPr sz="1050" b="0">
                <a:solidFill>
                  <a:srgbClr val="0A0A0A"/>
                </a:solidFill>
                <a:latin typeface="Arial"/>
                <a:ea typeface="Arial"/>
                <a:cs typeface="Arial"/>
              </a:defRPr>
            </a:lvl4pPr>
            <a:lvl5pPr>
              <a:defRPr sz="1050" b="0">
                <a:solidFill>
                  <a:srgbClr val="0A0A0A"/>
                </a:solidFill>
                <a:latin typeface="Arial"/>
                <a:ea typeface="Arial"/>
                <a:cs typeface="Arial"/>
              </a:defRPr>
            </a:lvl5pPr>
            <a:lvl6pPr>
              <a:defRPr sz="1050" b="0">
                <a:solidFill>
                  <a:srgbClr val="0A0A0A"/>
                </a:solidFill>
                <a:latin typeface="Arial"/>
                <a:ea typeface="Arial"/>
                <a:cs typeface="Arial"/>
              </a:defRPr>
            </a:lvl6pPr>
            <a:lvl7pPr>
              <a:defRPr sz="1050" b="0">
                <a:solidFill>
                  <a:srgbClr val="0A0A0A"/>
                </a:solidFill>
                <a:latin typeface="Arial"/>
                <a:ea typeface="Arial"/>
                <a:cs typeface="Arial"/>
              </a:defRPr>
            </a:lvl7pPr>
            <a:lvl8pPr>
              <a:defRPr sz="1050" b="0">
                <a:solidFill>
                  <a:srgbClr val="0A0A0A"/>
                </a:solidFill>
                <a:latin typeface="Arial"/>
                <a:ea typeface="Arial"/>
                <a:cs typeface="Arial"/>
              </a:defRPr>
            </a:lvl8pPr>
            <a:lvl9pPr>
              <a:defRPr sz="1050" b="0">
                <a:solidFill>
                  <a:srgbClr val="0A0A0A"/>
                </a:solidFill>
                <a:latin typeface="Arial"/>
                <a:ea typeface="Arial"/>
                <a:cs typeface="Arial"/>
              </a:defRPr>
            </a:lvl9pPr>
          </a:lstStyle>
          <a:p xmlns:a="http://schemas.openxmlformats.org/drawingml/2006/main">
            <a:pPr>
              <a:defRPr sz="1050" b="0">
                <a:solidFill>
                  <a:srgbClr val="0A0A0A"/>
                </a:solidFill>
                <a:latin typeface="Arial"/>
                <a:ea typeface="Arial"/>
                <a:cs typeface="Arial"/>
              </a:defRPr>
            </a:pPr>
            <a:r>
              <a:rPr sz="1050" b="0">
                <a:solidFill>
                  <a:srgbClr val="0A0A0A"/>
                </a:solidFill>
                <a:latin typeface="Arial"/>
                <a:ea typeface="Arial"/>
                <a:cs typeface="Arial"/>
              </a:rPr>
              <a:t>Google Colab Cloud notebook environment</a:t>
            </a:r>
          </a:p>
        </p:txBody>
      </p:sp>
      <p:sp>
        <p:nvSpPr>
          <p:cNvPr id="24" name="text-24">
            <a:extLst xmlns:a="http://schemas.openxmlformats.org/drawingml/2006/main">
              <a:ext uri="{FF2B5EF4-FFF2-40B4-BE49-F238E27FC236}">
                <a16:creationId xmlns:a16="http://schemas.microsoft.com/office/drawing/2014/main" id="{AFF5E0E6-85C0-4F92-99D1-7BE894589E4C}"/>
              </a:ext>
            </a:extLst>
          </p:cNvPr>
          <p:cNvSpPr>
            <a:spLocks xmlns:a="http://schemas.openxmlformats.org/drawingml/2006/main" noGrp="1"/>
          </p:cNvSpPr>
          <p:nvPr/>
        </p:nvSpPr>
        <p:spPr>
          <a:xfrm xmlns:a="http://schemas.openxmlformats.org/drawingml/2006/main">
            <a:off x="6677025" y="2057400"/>
            <a:ext cx="52673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0A0A0A"/>
                </a:solidFill>
                <a:latin typeface="Arial"/>
                <a:ea typeface="Arial"/>
                <a:cs typeface="Arial"/>
              </a:defRPr>
            </a:defPPr>
            <a:lvl1pPr>
              <a:defRPr sz="1050" b="0">
                <a:solidFill>
                  <a:srgbClr val="0A0A0A"/>
                </a:solidFill>
                <a:latin typeface="Arial"/>
                <a:ea typeface="Arial"/>
                <a:cs typeface="Arial"/>
              </a:defRPr>
            </a:lvl1pPr>
            <a:lvl2pPr>
              <a:defRPr sz="1050" b="0">
                <a:solidFill>
                  <a:srgbClr val="0A0A0A"/>
                </a:solidFill>
                <a:latin typeface="Arial"/>
                <a:ea typeface="Arial"/>
                <a:cs typeface="Arial"/>
              </a:defRPr>
            </a:lvl2pPr>
            <a:lvl3pPr>
              <a:defRPr sz="1050" b="0">
                <a:solidFill>
                  <a:srgbClr val="0A0A0A"/>
                </a:solidFill>
                <a:latin typeface="Arial"/>
                <a:ea typeface="Arial"/>
                <a:cs typeface="Arial"/>
              </a:defRPr>
            </a:lvl3pPr>
            <a:lvl4pPr>
              <a:defRPr sz="1050" b="0">
                <a:solidFill>
                  <a:srgbClr val="0A0A0A"/>
                </a:solidFill>
                <a:latin typeface="Arial"/>
                <a:ea typeface="Arial"/>
                <a:cs typeface="Arial"/>
              </a:defRPr>
            </a:lvl4pPr>
            <a:lvl5pPr>
              <a:defRPr sz="1050" b="0">
                <a:solidFill>
                  <a:srgbClr val="0A0A0A"/>
                </a:solidFill>
                <a:latin typeface="Arial"/>
                <a:ea typeface="Arial"/>
                <a:cs typeface="Arial"/>
              </a:defRPr>
            </a:lvl5pPr>
            <a:lvl6pPr>
              <a:defRPr sz="1050" b="0">
                <a:solidFill>
                  <a:srgbClr val="0A0A0A"/>
                </a:solidFill>
                <a:latin typeface="Arial"/>
                <a:ea typeface="Arial"/>
                <a:cs typeface="Arial"/>
              </a:defRPr>
            </a:lvl6pPr>
            <a:lvl7pPr>
              <a:defRPr sz="1050" b="0">
                <a:solidFill>
                  <a:srgbClr val="0A0A0A"/>
                </a:solidFill>
                <a:latin typeface="Arial"/>
                <a:ea typeface="Arial"/>
                <a:cs typeface="Arial"/>
              </a:defRPr>
            </a:lvl7pPr>
            <a:lvl8pPr>
              <a:defRPr sz="1050" b="0">
                <a:solidFill>
                  <a:srgbClr val="0A0A0A"/>
                </a:solidFill>
                <a:latin typeface="Arial"/>
                <a:ea typeface="Arial"/>
                <a:cs typeface="Arial"/>
              </a:defRPr>
            </a:lvl8pPr>
            <a:lvl9pPr>
              <a:defRPr sz="1050" b="0">
                <a:solidFill>
                  <a:srgbClr val="0A0A0A"/>
                </a:solidFill>
                <a:latin typeface="Arial"/>
                <a:ea typeface="Arial"/>
                <a:cs typeface="Arial"/>
              </a:defRPr>
            </a:lvl9pPr>
          </a:lstStyle>
          <a:p xmlns:a="http://schemas.openxmlformats.org/drawingml/2006/main">
            <a:pPr>
              <a:defRPr sz="1050" b="0">
                <a:solidFill>
                  <a:srgbClr val="0A0A0A"/>
                </a:solidFill>
                <a:latin typeface="Arial"/>
                <a:ea typeface="Arial"/>
                <a:cs typeface="Arial"/>
              </a:defRPr>
            </a:pPr>
            <a:r>
              <a:rPr sz="1050" b="0">
                <a:solidFill>
                  <a:srgbClr val="0A0A0A"/>
                </a:solidFill>
                <a:latin typeface="Arial"/>
                <a:ea typeface="Arial"/>
                <a:cs typeface="Arial"/>
              </a:rPr>
              <a:t>Scikit-learn ML models &amp; preprocessing</a:t>
            </a:r>
          </a:p>
        </p:txBody>
      </p:sp>
      <p:sp>
        <p:nvSpPr>
          <p:cNvPr id="25" name="text-25">
            <a:extLst xmlns:a="http://schemas.openxmlformats.org/drawingml/2006/main">
              <a:ext uri="{FF2B5EF4-FFF2-40B4-BE49-F238E27FC236}">
                <a16:creationId xmlns:a16="http://schemas.microsoft.com/office/drawing/2014/main" id="{BA256747-3027-4969-9E4D-5CC1BAB79F5A}"/>
              </a:ext>
            </a:extLst>
          </p:cNvPr>
          <p:cNvSpPr>
            <a:spLocks xmlns:a="http://schemas.openxmlformats.org/drawingml/2006/main" noGrp="1"/>
          </p:cNvSpPr>
          <p:nvPr/>
        </p:nvSpPr>
        <p:spPr>
          <a:xfrm xmlns:a="http://schemas.openxmlformats.org/drawingml/2006/main">
            <a:off x="6677025" y="2438400"/>
            <a:ext cx="52673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0A0A0A"/>
                </a:solidFill>
                <a:latin typeface="Arial"/>
                <a:ea typeface="Arial"/>
                <a:cs typeface="Arial"/>
              </a:defRPr>
            </a:defPPr>
            <a:lvl1pPr>
              <a:defRPr sz="1050" b="0">
                <a:solidFill>
                  <a:srgbClr val="0A0A0A"/>
                </a:solidFill>
                <a:latin typeface="Arial"/>
                <a:ea typeface="Arial"/>
                <a:cs typeface="Arial"/>
              </a:defRPr>
            </a:lvl1pPr>
            <a:lvl2pPr>
              <a:defRPr sz="1050" b="0">
                <a:solidFill>
                  <a:srgbClr val="0A0A0A"/>
                </a:solidFill>
                <a:latin typeface="Arial"/>
                <a:ea typeface="Arial"/>
                <a:cs typeface="Arial"/>
              </a:defRPr>
            </a:lvl2pPr>
            <a:lvl3pPr>
              <a:defRPr sz="1050" b="0">
                <a:solidFill>
                  <a:srgbClr val="0A0A0A"/>
                </a:solidFill>
                <a:latin typeface="Arial"/>
                <a:ea typeface="Arial"/>
                <a:cs typeface="Arial"/>
              </a:defRPr>
            </a:lvl3pPr>
            <a:lvl4pPr>
              <a:defRPr sz="1050" b="0">
                <a:solidFill>
                  <a:srgbClr val="0A0A0A"/>
                </a:solidFill>
                <a:latin typeface="Arial"/>
                <a:ea typeface="Arial"/>
                <a:cs typeface="Arial"/>
              </a:defRPr>
            </a:lvl4pPr>
            <a:lvl5pPr>
              <a:defRPr sz="1050" b="0">
                <a:solidFill>
                  <a:srgbClr val="0A0A0A"/>
                </a:solidFill>
                <a:latin typeface="Arial"/>
                <a:ea typeface="Arial"/>
                <a:cs typeface="Arial"/>
              </a:defRPr>
            </a:lvl5pPr>
            <a:lvl6pPr>
              <a:defRPr sz="1050" b="0">
                <a:solidFill>
                  <a:srgbClr val="0A0A0A"/>
                </a:solidFill>
                <a:latin typeface="Arial"/>
                <a:ea typeface="Arial"/>
                <a:cs typeface="Arial"/>
              </a:defRPr>
            </a:lvl6pPr>
            <a:lvl7pPr>
              <a:defRPr sz="1050" b="0">
                <a:solidFill>
                  <a:srgbClr val="0A0A0A"/>
                </a:solidFill>
                <a:latin typeface="Arial"/>
                <a:ea typeface="Arial"/>
                <a:cs typeface="Arial"/>
              </a:defRPr>
            </a:lvl7pPr>
            <a:lvl8pPr>
              <a:defRPr sz="1050" b="0">
                <a:solidFill>
                  <a:srgbClr val="0A0A0A"/>
                </a:solidFill>
                <a:latin typeface="Arial"/>
                <a:ea typeface="Arial"/>
                <a:cs typeface="Arial"/>
              </a:defRPr>
            </a:lvl8pPr>
            <a:lvl9pPr>
              <a:defRPr sz="1050" b="0">
                <a:solidFill>
                  <a:srgbClr val="0A0A0A"/>
                </a:solidFill>
                <a:latin typeface="Arial"/>
                <a:ea typeface="Arial"/>
                <a:cs typeface="Arial"/>
              </a:defRPr>
            </a:lvl9pPr>
          </a:lstStyle>
          <a:p xmlns:a="http://schemas.openxmlformats.org/drawingml/2006/main">
            <a:pPr>
              <a:defRPr sz="1050" b="0">
                <a:solidFill>
                  <a:srgbClr val="0A0A0A"/>
                </a:solidFill>
                <a:latin typeface="Arial"/>
                <a:ea typeface="Arial"/>
                <a:cs typeface="Arial"/>
              </a:defRPr>
            </a:pPr>
            <a:r>
              <a:rPr sz="1050" b="0">
                <a:solidFill>
                  <a:srgbClr val="0A0A0A"/>
                </a:solidFill>
                <a:latin typeface="Arial"/>
                <a:ea typeface="Arial"/>
                <a:cs typeface="Arial"/>
              </a:rPr>
              <a:t>Pandas Data manipulation</a:t>
            </a:r>
          </a:p>
        </p:txBody>
      </p:sp>
      <p:sp>
        <p:nvSpPr>
          <p:cNvPr id="26" name="text-26">
            <a:extLst xmlns:a="http://schemas.openxmlformats.org/drawingml/2006/main">
              <a:ext uri="{FF2B5EF4-FFF2-40B4-BE49-F238E27FC236}">
                <a16:creationId xmlns:a16="http://schemas.microsoft.com/office/drawing/2014/main" id="{9F4BAB90-0743-4A31-9E13-E7FF914DF64C}"/>
              </a:ext>
            </a:extLst>
          </p:cNvPr>
          <p:cNvSpPr>
            <a:spLocks xmlns:a="http://schemas.openxmlformats.org/drawingml/2006/main" noGrp="1"/>
          </p:cNvSpPr>
          <p:nvPr/>
        </p:nvSpPr>
        <p:spPr>
          <a:xfrm xmlns:a="http://schemas.openxmlformats.org/drawingml/2006/main">
            <a:off x="6677025" y="2819400"/>
            <a:ext cx="52673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0A0A0A"/>
                </a:solidFill>
                <a:latin typeface="Arial"/>
                <a:ea typeface="Arial"/>
                <a:cs typeface="Arial"/>
              </a:defRPr>
            </a:defPPr>
            <a:lvl1pPr>
              <a:defRPr sz="1050" b="0">
                <a:solidFill>
                  <a:srgbClr val="0A0A0A"/>
                </a:solidFill>
                <a:latin typeface="Arial"/>
                <a:ea typeface="Arial"/>
                <a:cs typeface="Arial"/>
              </a:defRPr>
            </a:lvl1pPr>
            <a:lvl2pPr>
              <a:defRPr sz="1050" b="0">
                <a:solidFill>
                  <a:srgbClr val="0A0A0A"/>
                </a:solidFill>
                <a:latin typeface="Arial"/>
                <a:ea typeface="Arial"/>
                <a:cs typeface="Arial"/>
              </a:defRPr>
            </a:lvl2pPr>
            <a:lvl3pPr>
              <a:defRPr sz="1050" b="0">
                <a:solidFill>
                  <a:srgbClr val="0A0A0A"/>
                </a:solidFill>
                <a:latin typeface="Arial"/>
                <a:ea typeface="Arial"/>
                <a:cs typeface="Arial"/>
              </a:defRPr>
            </a:lvl3pPr>
            <a:lvl4pPr>
              <a:defRPr sz="1050" b="0">
                <a:solidFill>
                  <a:srgbClr val="0A0A0A"/>
                </a:solidFill>
                <a:latin typeface="Arial"/>
                <a:ea typeface="Arial"/>
                <a:cs typeface="Arial"/>
              </a:defRPr>
            </a:lvl4pPr>
            <a:lvl5pPr>
              <a:defRPr sz="1050" b="0">
                <a:solidFill>
                  <a:srgbClr val="0A0A0A"/>
                </a:solidFill>
                <a:latin typeface="Arial"/>
                <a:ea typeface="Arial"/>
                <a:cs typeface="Arial"/>
              </a:defRPr>
            </a:lvl5pPr>
            <a:lvl6pPr>
              <a:defRPr sz="1050" b="0">
                <a:solidFill>
                  <a:srgbClr val="0A0A0A"/>
                </a:solidFill>
                <a:latin typeface="Arial"/>
                <a:ea typeface="Arial"/>
                <a:cs typeface="Arial"/>
              </a:defRPr>
            </a:lvl6pPr>
            <a:lvl7pPr>
              <a:defRPr sz="1050" b="0">
                <a:solidFill>
                  <a:srgbClr val="0A0A0A"/>
                </a:solidFill>
                <a:latin typeface="Arial"/>
                <a:ea typeface="Arial"/>
                <a:cs typeface="Arial"/>
              </a:defRPr>
            </a:lvl7pPr>
            <a:lvl8pPr>
              <a:defRPr sz="1050" b="0">
                <a:solidFill>
                  <a:srgbClr val="0A0A0A"/>
                </a:solidFill>
                <a:latin typeface="Arial"/>
                <a:ea typeface="Arial"/>
                <a:cs typeface="Arial"/>
              </a:defRPr>
            </a:lvl8pPr>
            <a:lvl9pPr>
              <a:defRPr sz="1050" b="0">
                <a:solidFill>
                  <a:srgbClr val="0A0A0A"/>
                </a:solidFill>
                <a:latin typeface="Arial"/>
                <a:ea typeface="Arial"/>
                <a:cs typeface="Arial"/>
              </a:defRPr>
            </a:lvl9pPr>
          </a:lstStyle>
          <a:p xmlns:a="http://schemas.openxmlformats.org/drawingml/2006/main">
            <a:pPr>
              <a:defRPr sz="1050" b="0">
                <a:solidFill>
                  <a:srgbClr val="0A0A0A"/>
                </a:solidFill>
                <a:latin typeface="Arial"/>
                <a:ea typeface="Arial"/>
                <a:cs typeface="Arial"/>
              </a:defRPr>
            </a:pPr>
            <a:r>
              <a:rPr sz="1050" b="0">
                <a:solidFill>
                  <a:srgbClr val="0A0A0A"/>
                </a:solidFill>
                <a:latin typeface="Arial"/>
                <a:ea typeface="Arial"/>
                <a:cs typeface="Arial"/>
              </a:rPr>
              <a:t>SHAP Explainable AI library</a:t>
            </a:r>
          </a:p>
        </p:txBody>
      </p:sp>
    </p:spTree>
    <p:extLst>
      <p:ext uri="{BB962C8B-B14F-4D97-AF65-F5344CB8AC3E}">
        <p14:creationId xmlns:p14="http://schemas.microsoft.com/office/powerpoint/2010/main" val="886760642"/>
      </p:ext>
    </p:extLst>
  </p:cSld>
</p:sld>
</file>

<file path=ppt/slides/slide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51" name="text-1">
            <a:extLst xmlns:a="http://schemas.openxmlformats.org/drawingml/2006/main">
              <a:ext uri="{FF2B5EF4-FFF2-40B4-BE49-F238E27FC236}">
                <a16:creationId xmlns:a16="http://schemas.microsoft.com/office/drawing/2014/main" id="{1BDD797B-050A-4A7E-B0A3-42F30C633F2B}"/>
              </a:ext>
            </a:extLst>
          </p:cNvPr>
          <p:cNvSpPr>
            <a:spLocks xmlns:a="http://schemas.openxmlformats.org/drawingml/2006/main" noGrp="1"/>
          </p:cNvSpPr>
          <p:nvPr/>
        </p:nvSpPr>
        <p:spPr>
          <a:xfrm xmlns:a="http://schemas.openxmlformats.org/drawingml/2006/main">
            <a:off x="228600" y="114300"/>
            <a:ext cx="187206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0A0A0A"/>
                </a:solidFill>
                <a:latin typeface="Courier New"/>
                <a:ea typeface="Courier New"/>
                <a:cs typeface="Courier New"/>
              </a:defRPr>
            </a:defPPr>
            <a:lvl1pPr>
              <a:defRPr sz="975" b="0">
                <a:solidFill>
                  <a:srgbClr val="0A0A0A"/>
                </a:solidFill>
                <a:latin typeface="Courier New"/>
                <a:ea typeface="Courier New"/>
                <a:cs typeface="Courier New"/>
              </a:defRPr>
            </a:lvl1pPr>
            <a:lvl2pPr>
              <a:defRPr sz="975" b="0">
                <a:solidFill>
                  <a:srgbClr val="0A0A0A"/>
                </a:solidFill>
                <a:latin typeface="Courier New"/>
                <a:ea typeface="Courier New"/>
                <a:cs typeface="Courier New"/>
              </a:defRPr>
            </a:lvl2pPr>
            <a:lvl3pPr>
              <a:defRPr sz="975" b="0">
                <a:solidFill>
                  <a:srgbClr val="0A0A0A"/>
                </a:solidFill>
                <a:latin typeface="Courier New"/>
                <a:ea typeface="Courier New"/>
                <a:cs typeface="Courier New"/>
              </a:defRPr>
            </a:lvl3pPr>
            <a:lvl4pPr>
              <a:defRPr sz="975" b="0">
                <a:solidFill>
                  <a:srgbClr val="0A0A0A"/>
                </a:solidFill>
                <a:latin typeface="Courier New"/>
                <a:ea typeface="Courier New"/>
                <a:cs typeface="Courier New"/>
              </a:defRPr>
            </a:lvl4pPr>
            <a:lvl5pPr>
              <a:defRPr sz="975" b="0">
                <a:solidFill>
                  <a:srgbClr val="0A0A0A"/>
                </a:solidFill>
                <a:latin typeface="Courier New"/>
                <a:ea typeface="Courier New"/>
                <a:cs typeface="Courier New"/>
              </a:defRPr>
            </a:lvl5pPr>
            <a:lvl6pPr>
              <a:defRPr sz="975" b="0">
                <a:solidFill>
                  <a:srgbClr val="0A0A0A"/>
                </a:solidFill>
                <a:latin typeface="Courier New"/>
                <a:ea typeface="Courier New"/>
                <a:cs typeface="Courier New"/>
              </a:defRPr>
            </a:lvl6pPr>
            <a:lvl7pPr>
              <a:defRPr sz="975" b="0">
                <a:solidFill>
                  <a:srgbClr val="0A0A0A"/>
                </a:solidFill>
                <a:latin typeface="Courier New"/>
                <a:ea typeface="Courier New"/>
                <a:cs typeface="Courier New"/>
              </a:defRPr>
            </a:lvl7pPr>
            <a:lvl8pPr>
              <a:defRPr sz="975" b="0">
                <a:solidFill>
                  <a:srgbClr val="0A0A0A"/>
                </a:solidFill>
                <a:latin typeface="Courier New"/>
                <a:ea typeface="Courier New"/>
                <a:cs typeface="Courier New"/>
              </a:defRPr>
            </a:lvl8pPr>
            <a:lvl9pPr>
              <a:defRPr sz="975" b="0">
                <a:solidFill>
                  <a:srgbClr val="0A0A0A"/>
                </a:solidFill>
                <a:latin typeface="Courier New"/>
                <a:ea typeface="Courier New"/>
                <a:cs typeface="Courier New"/>
              </a:defRPr>
            </a:lvl9pPr>
          </a:lstStyle>
          <a:p xmlns:a="http://schemas.openxmlformats.org/drawingml/2006/main">
            <a:pPr>
              <a:defRPr sz="975" b="0">
                <a:solidFill>
                  <a:srgbClr val="0A0A0A"/>
                </a:solidFill>
                <a:latin typeface="Courier New"/>
                <a:ea typeface="Courier New"/>
                <a:cs typeface="Courier New"/>
              </a:defRPr>
            </a:pPr>
            <a:r>
              <a:rPr sz="975" b="0">
                <a:solidFill>
                  <a:srgbClr val="0A0A0A"/>
                </a:solidFill>
                <a:latin typeface="Courier New"/>
                <a:ea typeface="Courier New"/>
                <a:cs typeface="Courier New"/>
              </a:rPr>
              <a:t>09 / PROJECT PLAN</a:t>
            </a:r>
          </a:p>
        </p:txBody>
      </p:sp>
      <p:sp>
        <p:nvSpPr>
          <p:cNvPr id="2" name="">
            <a:extLst xmlns:a="http://schemas.openxmlformats.org/drawingml/2006/main">
              <a:ext uri="{FF2B5EF4-FFF2-40B4-BE49-F238E27FC236}">
                <a16:creationId xmlns:a16="http://schemas.microsoft.com/office/drawing/2014/main" id="{E04EEBD6-B61A-42A7-94D7-0DC13F85817D}"/>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8F508C6D-857D-4695-A65C-8B4B6EE387BA}"/>
              </a:ext>
            </a:extLst>
          </p:cNvPr>
          <p:cNvSpPr>
            <a:spLocks xmlns:a="http://schemas.openxmlformats.org/drawingml/2006/main" noGrp="1"/>
          </p:cNvSpPr>
          <p:nvPr/>
        </p:nvSpPr>
        <p:spPr>
          <a:xfrm xmlns:a="http://schemas.openxmlformats.org/drawingml/2006/main">
            <a:off x="571500" y="457200"/>
            <a:ext cx="180997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002FA7"/>
                </a:solidFill>
                <a:latin typeface="Arial"/>
                <a:ea typeface="Arial"/>
                <a:cs typeface="Arial"/>
              </a:defRPr>
            </a:defPPr>
            <a:lvl1pPr>
              <a:defRPr sz="1950" b="1">
                <a:solidFill>
                  <a:srgbClr val="002FA7"/>
                </a:solidFill>
                <a:latin typeface="Arial"/>
                <a:ea typeface="Arial"/>
                <a:cs typeface="Arial"/>
              </a:defRPr>
            </a:lvl1pPr>
            <a:lvl2pPr>
              <a:defRPr sz="1950" b="1">
                <a:solidFill>
                  <a:srgbClr val="002FA7"/>
                </a:solidFill>
                <a:latin typeface="Arial"/>
                <a:ea typeface="Arial"/>
                <a:cs typeface="Arial"/>
              </a:defRPr>
            </a:lvl2pPr>
            <a:lvl3pPr>
              <a:defRPr sz="1950" b="1">
                <a:solidFill>
                  <a:srgbClr val="002FA7"/>
                </a:solidFill>
                <a:latin typeface="Arial"/>
                <a:ea typeface="Arial"/>
                <a:cs typeface="Arial"/>
              </a:defRPr>
            </a:lvl3pPr>
            <a:lvl4pPr>
              <a:defRPr sz="1950" b="1">
                <a:solidFill>
                  <a:srgbClr val="002FA7"/>
                </a:solidFill>
                <a:latin typeface="Arial"/>
                <a:ea typeface="Arial"/>
                <a:cs typeface="Arial"/>
              </a:defRPr>
            </a:lvl4pPr>
            <a:lvl5pPr>
              <a:defRPr sz="1950" b="1">
                <a:solidFill>
                  <a:srgbClr val="002FA7"/>
                </a:solidFill>
                <a:latin typeface="Arial"/>
                <a:ea typeface="Arial"/>
                <a:cs typeface="Arial"/>
              </a:defRPr>
            </a:lvl5pPr>
            <a:lvl6pPr>
              <a:defRPr sz="1950" b="1">
                <a:solidFill>
                  <a:srgbClr val="002FA7"/>
                </a:solidFill>
                <a:latin typeface="Arial"/>
                <a:ea typeface="Arial"/>
                <a:cs typeface="Arial"/>
              </a:defRPr>
            </a:lvl6pPr>
            <a:lvl7pPr>
              <a:defRPr sz="1950" b="1">
                <a:solidFill>
                  <a:srgbClr val="002FA7"/>
                </a:solidFill>
                <a:latin typeface="Arial"/>
                <a:ea typeface="Arial"/>
                <a:cs typeface="Arial"/>
              </a:defRPr>
            </a:lvl7pPr>
            <a:lvl8pPr>
              <a:defRPr sz="1950" b="1">
                <a:solidFill>
                  <a:srgbClr val="002FA7"/>
                </a:solidFill>
                <a:latin typeface="Arial"/>
                <a:ea typeface="Arial"/>
                <a:cs typeface="Arial"/>
              </a:defRPr>
            </a:lvl8pPr>
            <a:lvl9pPr>
              <a:defRPr sz="1950" b="1">
                <a:solidFill>
                  <a:srgbClr val="002FA7"/>
                </a:solidFill>
                <a:latin typeface="Arial"/>
                <a:ea typeface="Arial"/>
                <a:cs typeface="Arial"/>
              </a:defRPr>
            </a:lvl9pPr>
          </a:lstStyle>
          <a:p xmlns:a="http://schemas.openxmlformats.org/drawingml/2006/main">
            <a:pPr>
              <a:defRPr sz="1950" b="1">
                <a:solidFill>
                  <a:srgbClr val="002FA7"/>
                </a:solidFill>
                <a:latin typeface="Arial"/>
                <a:ea typeface="Arial"/>
                <a:cs typeface="Arial"/>
              </a:defRPr>
            </a:pPr>
            <a:r>
              <a:rPr sz="1950" b="1">
                <a:solidFill>
                  <a:srgbClr val="002FA7"/>
                </a:solidFill>
                <a:latin typeface="Arial"/>
                <a:ea typeface="Arial"/>
                <a:cs typeface="Arial"/>
              </a:rPr>
              <a:t>Project Plan</a:t>
            </a:r>
          </a:p>
        </p:txBody>
      </p:sp>
      <p:sp>
        <p:nvSpPr>
          <p:cNvPr id="4" name="">
            <a:extLst xmlns:a="http://schemas.openxmlformats.org/drawingml/2006/main">
              <a:ext uri="{FF2B5EF4-FFF2-40B4-BE49-F238E27FC236}">
                <a16:creationId xmlns:a16="http://schemas.microsoft.com/office/drawing/2014/main" id="{6EB8AEBA-B198-423C-B828-D56D8D93219D}"/>
              </a:ext>
            </a:extLst>
          </p:cNvPr>
          <p:cNvSpPr>
            <a:spLocks xmlns:a="http://schemas.openxmlformats.org/drawingml/2006/main" noGrp="1"/>
          </p:cNvSpPr>
          <p:nvPr/>
        </p:nvSpPr>
        <p:spPr>
          <a:xfrm xmlns:a="http://schemas.openxmlformats.org/drawingml/2006/main">
            <a:off x="685800" y="942975"/>
            <a:ext cx="28575" cy="32004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C47CEA-9608-4A6E-8D6E-9E0E4A19690E}"/>
              </a:ext>
            </a:extLst>
          </p:cNvPr>
          <p:cNvSpPr>
            <a:spLocks xmlns:a="http://schemas.openxmlformats.org/drawingml/2006/main" noGrp="1"/>
          </p:cNvSpPr>
          <p:nvPr/>
        </p:nvSpPr>
        <p:spPr>
          <a:xfrm xmlns:a="http://schemas.openxmlformats.org/drawingml/2006/main">
            <a:off x="677232" y="953457"/>
            <a:ext cx="188585" cy="188585"/>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A0870C-4E5E-416F-99C8-5D1D5B44D819}"/>
              </a:ext>
            </a:extLst>
          </p:cNvPr>
          <p:cNvSpPr>
            <a:spLocks xmlns:a="http://schemas.openxmlformats.org/drawingml/2006/main" noGrp="1"/>
          </p:cNvSpPr>
          <p:nvPr/>
        </p:nvSpPr>
        <p:spPr>
          <a:xfrm xmlns:a="http://schemas.openxmlformats.org/drawingml/2006/main">
            <a:off x="1085850" y="942975"/>
            <a:ext cx="10534650"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7" name="text-7">
            <a:extLst xmlns:a="http://schemas.openxmlformats.org/drawingml/2006/main">
              <a:ext uri="{FF2B5EF4-FFF2-40B4-BE49-F238E27FC236}">
                <a16:creationId xmlns:a16="http://schemas.microsoft.com/office/drawing/2014/main" id="{2A52CBEC-16CA-41C6-B93F-7AA7CF0A81E5}"/>
              </a:ext>
            </a:extLst>
          </p:cNvPr>
          <p:cNvSpPr>
            <a:spLocks xmlns:a="http://schemas.openxmlformats.org/drawingml/2006/main" noGrp="1"/>
          </p:cNvSpPr>
          <p:nvPr/>
        </p:nvSpPr>
        <p:spPr>
          <a:xfrm xmlns:a="http://schemas.openxmlformats.org/drawingml/2006/main">
            <a:off x="1219200" y="103822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02FA7"/>
                </a:solidFill>
                <a:latin typeface="Courier New"/>
                <a:ea typeface="Courier New"/>
                <a:cs typeface="Courier New"/>
              </a:defRPr>
            </a:defPPr>
            <a:lvl1pPr>
              <a:defRPr sz="825" b="1">
                <a:solidFill>
                  <a:srgbClr val="002FA7"/>
                </a:solidFill>
                <a:latin typeface="Courier New"/>
                <a:ea typeface="Courier New"/>
                <a:cs typeface="Courier New"/>
              </a:defRPr>
            </a:lvl1pPr>
            <a:lvl2pPr>
              <a:defRPr sz="825" b="1">
                <a:solidFill>
                  <a:srgbClr val="002FA7"/>
                </a:solidFill>
                <a:latin typeface="Courier New"/>
                <a:ea typeface="Courier New"/>
                <a:cs typeface="Courier New"/>
              </a:defRPr>
            </a:lvl2pPr>
            <a:lvl3pPr>
              <a:defRPr sz="825" b="1">
                <a:solidFill>
                  <a:srgbClr val="002FA7"/>
                </a:solidFill>
                <a:latin typeface="Courier New"/>
                <a:ea typeface="Courier New"/>
                <a:cs typeface="Courier New"/>
              </a:defRPr>
            </a:lvl3pPr>
            <a:lvl4pPr>
              <a:defRPr sz="825" b="1">
                <a:solidFill>
                  <a:srgbClr val="002FA7"/>
                </a:solidFill>
                <a:latin typeface="Courier New"/>
                <a:ea typeface="Courier New"/>
                <a:cs typeface="Courier New"/>
              </a:defRPr>
            </a:lvl4pPr>
            <a:lvl5pPr>
              <a:defRPr sz="825" b="1">
                <a:solidFill>
                  <a:srgbClr val="002FA7"/>
                </a:solidFill>
                <a:latin typeface="Courier New"/>
                <a:ea typeface="Courier New"/>
                <a:cs typeface="Courier New"/>
              </a:defRPr>
            </a:lvl5pPr>
            <a:lvl6pPr>
              <a:defRPr sz="825" b="1">
                <a:solidFill>
                  <a:srgbClr val="002FA7"/>
                </a:solidFill>
                <a:latin typeface="Courier New"/>
                <a:ea typeface="Courier New"/>
                <a:cs typeface="Courier New"/>
              </a:defRPr>
            </a:lvl6pPr>
            <a:lvl7pPr>
              <a:defRPr sz="825" b="1">
                <a:solidFill>
                  <a:srgbClr val="002FA7"/>
                </a:solidFill>
                <a:latin typeface="Courier New"/>
                <a:ea typeface="Courier New"/>
                <a:cs typeface="Courier New"/>
              </a:defRPr>
            </a:lvl7pPr>
            <a:lvl8pPr>
              <a:defRPr sz="825" b="1">
                <a:solidFill>
                  <a:srgbClr val="002FA7"/>
                </a:solidFill>
                <a:latin typeface="Courier New"/>
                <a:ea typeface="Courier New"/>
                <a:cs typeface="Courier New"/>
              </a:defRPr>
            </a:lvl8pPr>
            <a:lvl9pPr>
              <a:defRPr sz="825" b="1">
                <a:solidFill>
                  <a:srgbClr val="002FA7"/>
                </a:solidFill>
                <a:latin typeface="Courier New"/>
                <a:ea typeface="Courier New"/>
                <a:cs typeface="Courier New"/>
              </a:defRPr>
            </a:lvl9pPr>
          </a:lstStyle>
          <a:p xmlns:a="http://schemas.openxmlformats.org/drawingml/2006/main">
            <a:pPr>
              <a:defRPr sz="825" b="1">
                <a:solidFill>
                  <a:srgbClr val="002FA7"/>
                </a:solidFill>
                <a:latin typeface="Courier New"/>
                <a:ea typeface="Courier New"/>
                <a:cs typeface="Courier New"/>
              </a:defRPr>
            </a:pPr>
            <a:r>
              <a:rPr sz="825" b="1">
                <a:solidFill>
                  <a:srgbClr val="002FA7"/>
                </a:solidFill>
                <a:latin typeface="Courier New"/>
                <a:ea typeface="Courier New"/>
                <a:cs typeface="Courier New"/>
              </a:rPr>
              <a:t>PHASE 01</a:t>
            </a:r>
          </a:p>
        </p:txBody>
      </p:sp>
      <p:sp>
        <p:nvSpPr>
          <p:cNvPr id="8" name="text-8">
            <a:extLst xmlns:a="http://schemas.openxmlformats.org/drawingml/2006/main">
              <a:ext uri="{FF2B5EF4-FFF2-40B4-BE49-F238E27FC236}">
                <a16:creationId xmlns:a16="http://schemas.microsoft.com/office/drawing/2014/main" id="{15F97D9E-AACA-425F-9965-7B6BAE2F37FD}"/>
              </a:ext>
            </a:extLst>
          </p:cNvPr>
          <p:cNvSpPr>
            <a:spLocks xmlns:a="http://schemas.openxmlformats.org/drawingml/2006/main" noGrp="1"/>
          </p:cNvSpPr>
          <p:nvPr/>
        </p:nvSpPr>
        <p:spPr>
          <a:xfrm xmlns:a="http://schemas.openxmlformats.org/drawingml/2006/main">
            <a:off x="2038350" y="1019175"/>
            <a:ext cx="147170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0A0A0A"/>
                </a:solidFill>
                <a:latin typeface="Arial"/>
                <a:ea typeface="Arial"/>
                <a:cs typeface="Arial"/>
              </a:defRPr>
            </a:defPPr>
            <a:lvl1pPr>
              <a:defRPr sz="1050" b="1">
                <a:solidFill>
                  <a:srgbClr val="0A0A0A"/>
                </a:solidFill>
                <a:latin typeface="Arial"/>
                <a:ea typeface="Arial"/>
                <a:cs typeface="Arial"/>
              </a:defRPr>
            </a:lvl1pPr>
            <a:lvl2pPr>
              <a:defRPr sz="1050" b="1">
                <a:solidFill>
                  <a:srgbClr val="0A0A0A"/>
                </a:solidFill>
                <a:latin typeface="Arial"/>
                <a:ea typeface="Arial"/>
                <a:cs typeface="Arial"/>
              </a:defRPr>
            </a:lvl2pPr>
            <a:lvl3pPr>
              <a:defRPr sz="1050" b="1">
                <a:solidFill>
                  <a:srgbClr val="0A0A0A"/>
                </a:solidFill>
                <a:latin typeface="Arial"/>
                <a:ea typeface="Arial"/>
                <a:cs typeface="Arial"/>
              </a:defRPr>
            </a:lvl3pPr>
            <a:lvl4pPr>
              <a:defRPr sz="1050" b="1">
                <a:solidFill>
                  <a:srgbClr val="0A0A0A"/>
                </a:solidFill>
                <a:latin typeface="Arial"/>
                <a:ea typeface="Arial"/>
                <a:cs typeface="Arial"/>
              </a:defRPr>
            </a:lvl4pPr>
            <a:lvl5pPr>
              <a:defRPr sz="1050" b="1">
                <a:solidFill>
                  <a:srgbClr val="0A0A0A"/>
                </a:solidFill>
                <a:latin typeface="Arial"/>
                <a:ea typeface="Arial"/>
                <a:cs typeface="Arial"/>
              </a:defRPr>
            </a:lvl5pPr>
            <a:lvl6pPr>
              <a:defRPr sz="1050" b="1">
                <a:solidFill>
                  <a:srgbClr val="0A0A0A"/>
                </a:solidFill>
                <a:latin typeface="Arial"/>
                <a:ea typeface="Arial"/>
                <a:cs typeface="Arial"/>
              </a:defRPr>
            </a:lvl6pPr>
            <a:lvl7pPr>
              <a:defRPr sz="1050" b="1">
                <a:solidFill>
                  <a:srgbClr val="0A0A0A"/>
                </a:solidFill>
                <a:latin typeface="Arial"/>
                <a:ea typeface="Arial"/>
                <a:cs typeface="Arial"/>
              </a:defRPr>
            </a:lvl7pPr>
            <a:lvl8pPr>
              <a:defRPr sz="1050" b="1">
                <a:solidFill>
                  <a:srgbClr val="0A0A0A"/>
                </a:solidFill>
                <a:latin typeface="Arial"/>
                <a:ea typeface="Arial"/>
                <a:cs typeface="Arial"/>
              </a:defRPr>
            </a:lvl8pPr>
            <a:lvl9pPr>
              <a:defRPr sz="1050" b="1">
                <a:solidFill>
                  <a:srgbClr val="0A0A0A"/>
                </a:solidFill>
                <a:latin typeface="Arial"/>
                <a:ea typeface="Arial"/>
                <a:cs typeface="Arial"/>
              </a:defRPr>
            </a:lvl9pPr>
          </a:lstStyle>
          <a:p xmlns:a="http://schemas.openxmlformats.org/drawingml/2006/main">
            <a:pPr>
              <a:defRPr sz="1050" b="1">
                <a:solidFill>
                  <a:srgbClr val="0A0A0A"/>
                </a:solidFill>
                <a:latin typeface="Arial"/>
                <a:ea typeface="Arial"/>
                <a:cs typeface="Arial"/>
              </a:defRPr>
            </a:pPr>
            <a:r>
              <a:rPr sz="1050" b="1">
                <a:solidFill>
                  <a:srgbClr val="0A0A0A"/>
                </a:solidFill>
                <a:latin typeface="Arial"/>
                <a:ea typeface="Arial"/>
                <a:cs typeface="Arial"/>
              </a:rPr>
              <a:t>Literature Survey</a:t>
            </a:r>
          </a:p>
        </p:txBody>
      </p:sp>
      <p:sp>
        <p:nvSpPr>
          <p:cNvPr id="9" name="text-9">
            <a:extLst xmlns:a="http://schemas.openxmlformats.org/drawingml/2006/main">
              <a:ext uri="{FF2B5EF4-FFF2-40B4-BE49-F238E27FC236}">
                <a16:creationId xmlns:a16="http://schemas.microsoft.com/office/drawing/2014/main" id="{3DDBF174-DF06-45B6-9BC5-91846BB3C20E}"/>
              </a:ext>
            </a:extLst>
          </p:cNvPr>
          <p:cNvSpPr>
            <a:spLocks xmlns:a="http://schemas.openxmlformats.org/drawingml/2006/main" noGrp="1"/>
          </p:cNvSpPr>
          <p:nvPr/>
        </p:nvSpPr>
        <p:spPr>
          <a:xfrm xmlns:a="http://schemas.openxmlformats.org/drawingml/2006/main">
            <a:off x="3905250" y="1028700"/>
            <a:ext cx="5238018"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Review 10+ papers on churn prediction, XAI, ensemble learning</a:t>
            </a:r>
          </a:p>
        </p:txBody>
      </p:sp>
      <p:sp>
        <p:nvSpPr>
          <p:cNvPr id="10" name="">
            <a:extLst xmlns:a="http://schemas.openxmlformats.org/drawingml/2006/main">
              <a:ext uri="{FF2B5EF4-FFF2-40B4-BE49-F238E27FC236}">
                <a16:creationId xmlns:a16="http://schemas.microsoft.com/office/drawing/2014/main" id="{29B14235-A823-4B7A-8DA4-0FDFD21F3D7B}"/>
              </a:ext>
            </a:extLst>
          </p:cNvPr>
          <p:cNvSpPr>
            <a:spLocks xmlns:a="http://schemas.openxmlformats.org/drawingml/2006/main" noGrp="1"/>
          </p:cNvSpPr>
          <p:nvPr/>
        </p:nvSpPr>
        <p:spPr>
          <a:xfrm xmlns:a="http://schemas.openxmlformats.org/drawingml/2006/main">
            <a:off x="677232" y="1315407"/>
            <a:ext cx="188585" cy="188585"/>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86D9550-0299-435C-8043-57BEB9722817}"/>
              </a:ext>
            </a:extLst>
          </p:cNvPr>
          <p:cNvSpPr>
            <a:spLocks xmlns:a="http://schemas.openxmlformats.org/drawingml/2006/main" noGrp="1"/>
          </p:cNvSpPr>
          <p:nvPr/>
        </p:nvSpPr>
        <p:spPr>
          <a:xfrm xmlns:a="http://schemas.openxmlformats.org/drawingml/2006/main">
            <a:off x="1085850" y="1304925"/>
            <a:ext cx="10534650"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2" name="text-12">
            <a:extLst xmlns:a="http://schemas.openxmlformats.org/drawingml/2006/main">
              <a:ext uri="{FF2B5EF4-FFF2-40B4-BE49-F238E27FC236}">
                <a16:creationId xmlns:a16="http://schemas.microsoft.com/office/drawing/2014/main" id="{931FFFFA-EE37-4CFC-8190-126AA44BF66A}"/>
              </a:ext>
            </a:extLst>
          </p:cNvPr>
          <p:cNvSpPr>
            <a:spLocks xmlns:a="http://schemas.openxmlformats.org/drawingml/2006/main" noGrp="1"/>
          </p:cNvSpPr>
          <p:nvPr/>
        </p:nvSpPr>
        <p:spPr>
          <a:xfrm xmlns:a="http://schemas.openxmlformats.org/drawingml/2006/main">
            <a:off x="1219200" y="140017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02FA7"/>
                </a:solidFill>
                <a:latin typeface="Courier New"/>
                <a:ea typeface="Courier New"/>
                <a:cs typeface="Courier New"/>
              </a:defRPr>
            </a:defPPr>
            <a:lvl1pPr>
              <a:defRPr sz="825" b="1">
                <a:solidFill>
                  <a:srgbClr val="002FA7"/>
                </a:solidFill>
                <a:latin typeface="Courier New"/>
                <a:ea typeface="Courier New"/>
                <a:cs typeface="Courier New"/>
              </a:defRPr>
            </a:lvl1pPr>
            <a:lvl2pPr>
              <a:defRPr sz="825" b="1">
                <a:solidFill>
                  <a:srgbClr val="002FA7"/>
                </a:solidFill>
                <a:latin typeface="Courier New"/>
                <a:ea typeface="Courier New"/>
                <a:cs typeface="Courier New"/>
              </a:defRPr>
            </a:lvl2pPr>
            <a:lvl3pPr>
              <a:defRPr sz="825" b="1">
                <a:solidFill>
                  <a:srgbClr val="002FA7"/>
                </a:solidFill>
                <a:latin typeface="Courier New"/>
                <a:ea typeface="Courier New"/>
                <a:cs typeface="Courier New"/>
              </a:defRPr>
            </a:lvl3pPr>
            <a:lvl4pPr>
              <a:defRPr sz="825" b="1">
                <a:solidFill>
                  <a:srgbClr val="002FA7"/>
                </a:solidFill>
                <a:latin typeface="Courier New"/>
                <a:ea typeface="Courier New"/>
                <a:cs typeface="Courier New"/>
              </a:defRPr>
            </a:lvl4pPr>
            <a:lvl5pPr>
              <a:defRPr sz="825" b="1">
                <a:solidFill>
                  <a:srgbClr val="002FA7"/>
                </a:solidFill>
                <a:latin typeface="Courier New"/>
                <a:ea typeface="Courier New"/>
                <a:cs typeface="Courier New"/>
              </a:defRPr>
            </a:lvl5pPr>
            <a:lvl6pPr>
              <a:defRPr sz="825" b="1">
                <a:solidFill>
                  <a:srgbClr val="002FA7"/>
                </a:solidFill>
                <a:latin typeface="Courier New"/>
                <a:ea typeface="Courier New"/>
                <a:cs typeface="Courier New"/>
              </a:defRPr>
            </a:lvl6pPr>
            <a:lvl7pPr>
              <a:defRPr sz="825" b="1">
                <a:solidFill>
                  <a:srgbClr val="002FA7"/>
                </a:solidFill>
                <a:latin typeface="Courier New"/>
                <a:ea typeface="Courier New"/>
                <a:cs typeface="Courier New"/>
              </a:defRPr>
            </a:lvl7pPr>
            <a:lvl8pPr>
              <a:defRPr sz="825" b="1">
                <a:solidFill>
                  <a:srgbClr val="002FA7"/>
                </a:solidFill>
                <a:latin typeface="Courier New"/>
                <a:ea typeface="Courier New"/>
                <a:cs typeface="Courier New"/>
              </a:defRPr>
            </a:lvl8pPr>
            <a:lvl9pPr>
              <a:defRPr sz="825" b="1">
                <a:solidFill>
                  <a:srgbClr val="002FA7"/>
                </a:solidFill>
                <a:latin typeface="Courier New"/>
                <a:ea typeface="Courier New"/>
                <a:cs typeface="Courier New"/>
              </a:defRPr>
            </a:lvl9pPr>
          </a:lstStyle>
          <a:p xmlns:a="http://schemas.openxmlformats.org/drawingml/2006/main">
            <a:pPr>
              <a:defRPr sz="825" b="1">
                <a:solidFill>
                  <a:srgbClr val="002FA7"/>
                </a:solidFill>
                <a:latin typeface="Courier New"/>
                <a:ea typeface="Courier New"/>
                <a:cs typeface="Courier New"/>
              </a:defRPr>
            </a:pPr>
            <a:r>
              <a:rPr sz="825" b="1">
                <a:solidFill>
                  <a:srgbClr val="002FA7"/>
                </a:solidFill>
                <a:latin typeface="Courier New"/>
                <a:ea typeface="Courier New"/>
                <a:cs typeface="Courier New"/>
              </a:rPr>
              <a:t>PHASE 02</a:t>
            </a:r>
          </a:p>
        </p:txBody>
      </p:sp>
      <p:sp>
        <p:nvSpPr>
          <p:cNvPr id="13" name="text-13">
            <a:extLst xmlns:a="http://schemas.openxmlformats.org/drawingml/2006/main">
              <a:ext uri="{FF2B5EF4-FFF2-40B4-BE49-F238E27FC236}">
                <a16:creationId xmlns:a16="http://schemas.microsoft.com/office/drawing/2014/main" id="{30A5D3A1-F079-4AAB-A76B-22587C127E54}"/>
              </a:ext>
            </a:extLst>
          </p:cNvPr>
          <p:cNvSpPr>
            <a:spLocks xmlns:a="http://schemas.openxmlformats.org/drawingml/2006/main" noGrp="1"/>
          </p:cNvSpPr>
          <p:nvPr/>
        </p:nvSpPr>
        <p:spPr>
          <a:xfrm xmlns:a="http://schemas.openxmlformats.org/drawingml/2006/main">
            <a:off x="2038350" y="1381125"/>
            <a:ext cx="155268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0A0A0A"/>
                </a:solidFill>
                <a:latin typeface="Arial"/>
                <a:ea typeface="Arial"/>
                <a:cs typeface="Arial"/>
              </a:defRPr>
            </a:defPPr>
            <a:lvl1pPr>
              <a:defRPr sz="1050" b="1">
                <a:solidFill>
                  <a:srgbClr val="0A0A0A"/>
                </a:solidFill>
                <a:latin typeface="Arial"/>
                <a:ea typeface="Arial"/>
                <a:cs typeface="Arial"/>
              </a:defRPr>
            </a:lvl1pPr>
            <a:lvl2pPr>
              <a:defRPr sz="1050" b="1">
                <a:solidFill>
                  <a:srgbClr val="0A0A0A"/>
                </a:solidFill>
                <a:latin typeface="Arial"/>
                <a:ea typeface="Arial"/>
                <a:cs typeface="Arial"/>
              </a:defRPr>
            </a:lvl2pPr>
            <a:lvl3pPr>
              <a:defRPr sz="1050" b="1">
                <a:solidFill>
                  <a:srgbClr val="0A0A0A"/>
                </a:solidFill>
                <a:latin typeface="Arial"/>
                <a:ea typeface="Arial"/>
                <a:cs typeface="Arial"/>
              </a:defRPr>
            </a:lvl3pPr>
            <a:lvl4pPr>
              <a:defRPr sz="1050" b="1">
                <a:solidFill>
                  <a:srgbClr val="0A0A0A"/>
                </a:solidFill>
                <a:latin typeface="Arial"/>
                <a:ea typeface="Arial"/>
                <a:cs typeface="Arial"/>
              </a:defRPr>
            </a:lvl4pPr>
            <a:lvl5pPr>
              <a:defRPr sz="1050" b="1">
                <a:solidFill>
                  <a:srgbClr val="0A0A0A"/>
                </a:solidFill>
                <a:latin typeface="Arial"/>
                <a:ea typeface="Arial"/>
                <a:cs typeface="Arial"/>
              </a:defRPr>
            </a:lvl5pPr>
            <a:lvl6pPr>
              <a:defRPr sz="1050" b="1">
                <a:solidFill>
                  <a:srgbClr val="0A0A0A"/>
                </a:solidFill>
                <a:latin typeface="Arial"/>
                <a:ea typeface="Arial"/>
                <a:cs typeface="Arial"/>
              </a:defRPr>
            </a:lvl6pPr>
            <a:lvl7pPr>
              <a:defRPr sz="1050" b="1">
                <a:solidFill>
                  <a:srgbClr val="0A0A0A"/>
                </a:solidFill>
                <a:latin typeface="Arial"/>
                <a:ea typeface="Arial"/>
                <a:cs typeface="Arial"/>
              </a:defRPr>
            </a:lvl7pPr>
            <a:lvl8pPr>
              <a:defRPr sz="1050" b="1">
                <a:solidFill>
                  <a:srgbClr val="0A0A0A"/>
                </a:solidFill>
                <a:latin typeface="Arial"/>
                <a:ea typeface="Arial"/>
                <a:cs typeface="Arial"/>
              </a:defRPr>
            </a:lvl8pPr>
            <a:lvl9pPr>
              <a:defRPr sz="1050" b="1">
                <a:solidFill>
                  <a:srgbClr val="0A0A0A"/>
                </a:solidFill>
                <a:latin typeface="Arial"/>
                <a:ea typeface="Arial"/>
                <a:cs typeface="Arial"/>
              </a:defRPr>
            </a:lvl9pPr>
          </a:lstStyle>
          <a:p xmlns:a="http://schemas.openxmlformats.org/drawingml/2006/main">
            <a:pPr>
              <a:defRPr sz="1050" b="1">
                <a:solidFill>
                  <a:srgbClr val="0A0A0A"/>
                </a:solidFill>
                <a:latin typeface="Arial"/>
                <a:ea typeface="Arial"/>
                <a:cs typeface="Arial"/>
              </a:defRPr>
            </a:pPr>
            <a:r>
              <a:rPr sz="1050" b="1">
                <a:solidFill>
                  <a:srgbClr val="0A0A0A"/>
                </a:solidFill>
                <a:latin typeface="Arial"/>
                <a:ea typeface="Arial"/>
                <a:cs typeface="Arial"/>
              </a:rPr>
              <a:t>Dataset Collection</a:t>
            </a:r>
          </a:p>
        </p:txBody>
      </p:sp>
      <p:sp>
        <p:nvSpPr>
          <p:cNvPr id="14" name="text-14">
            <a:extLst xmlns:a="http://schemas.openxmlformats.org/drawingml/2006/main">
              <a:ext uri="{FF2B5EF4-FFF2-40B4-BE49-F238E27FC236}">
                <a16:creationId xmlns:a16="http://schemas.microsoft.com/office/drawing/2014/main" id="{D5D4C071-39A9-4DE6-A13A-36D96D8EC44A}"/>
              </a:ext>
            </a:extLst>
          </p:cNvPr>
          <p:cNvSpPr>
            <a:spLocks xmlns:a="http://schemas.openxmlformats.org/drawingml/2006/main" noGrp="1"/>
          </p:cNvSpPr>
          <p:nvPr/>
        </p:nvSpPr>
        <p:spPr>
          <a:xfrm xmlns:a="http://schemas.openxmlformats.org/drawingml/2006/main">
            <a:off x="3905250" y="1390650"/>
            <a:ext cx="3899118"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IBM Telco dataset from Kaggle — 7,043 records</a:t>
            </a:r>
          </a:p>
        </p:txBody>
      </p:sp>
      <p:sp>
        <p:nvSpPr>
          <p:cNvPr id="15" name="">
            <a:extLst xmlns:a="http://schemas.openxmlformats.org/drawingml/2006/main">
              <a:ext uri="{FF2B5EF4-FFF2-40B4-BE49-F238E27FC236}">
                <a16:creationId xmlns:a16="http://schemas.microsoft.com/office/drawing/2014/main" id="{454191F5-333D-42C0-892E-1B37F9286C5E}"/>
              </a:ext>
            </a:extLst>
          </p:cNvPr>
          <p:cNvSpPr>
            <a:spLocks xmlns:a="http://schemas.openxmlformats.org/drawingml/2006/main" noGrp="1"/>
          </p:cNvSpPr>
          <p:nvPr/>
        </p:nvSpPr>
        <p:spPr>
          <a:xfrm xmlns:a="http://schemas.openxmlformats.org/drawingml/2006/main">
            <a:off x="677232" y="1677357"/>
            <a:ext cx="188585" cy="188585"/>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B979C3C-9B9F-49E6-9C36-E67148BCEEEE}"/>
              </a:ext>
            </a:extLst>
          </p:cNvPr>
          <p:cNvSpPr>
            <a:spLocks xmlns:a="http://schemas.openxmlformats.org/drawingml/2006/main" noGrp="1"/>
          </p:cNvSpPr>
          <p:nvPr/>
        </p:nvSpPr>
        <p:spPr>
          <a:xfrm xmlns:a="http://schemas.openxmlformats.org/drawingml/2006/main">
            <a:off x="1085850" y="1666875"/>
            <a:ext cx="10534650"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17" name="text-17">
            <a:extLst xmlns:a="http://schemas.openxmlformats.org/drawingml/2006/main">
              <a:ext uri="{FF2B5EF4-FFF2-40B4-BE49-F238E27FC236}">
                <a16:creationId xmlns:a16="http://schemas.microsoft.com/office/drawing/2014/main" id="{E0BB792C-7FE3-426A-9289-1424031E02EB}"/>
              </a:ext>
            </a:extLst>
          </p:cNvPr>
          <p:cNvSpPr>
            <a:spLocks xmlns:a="http://schemas.openxmlformats.org/drawingml/2006/main" noGrp="1"/>
          </p:cNvSpPr>
          <p:nvPr/>
        </p:nvSpPr>
        <p:spPr>
          <a:xfrm xmlns:a="http://schemas.openxmlformats.org/drawingml/2006/main">
            <a:off x="1219200" y="176212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02FA7"/>
                </a:solidFill>
                <a:latin typeface="Courier New"/>
                <a:ea typeface="Courier New"/>
                <a:cs typeface="Courier New"/>
              </a:defRPr>
            </a:defPPr>
            <a:lvl1pPr>
              <a:defRPr sz="825" b="1">
                <a:solidFill>
                  <a:srgbClr val="002FA7"/>
                </a:solidFill>
                <a:latin typeface="Courier New"/>
                <a:ea typeface="Courier New"/>
                <a:cs typeface="Courier New"/>
              </a:defRPr>
            </a:lvl1pPr>
            <a:lvl2pPr>
              <a:defRPr sz="825" b="1">
                <a:solidFill>
                  <a:srgbClr val="002FA7"/>
                </a:solidFill>
                <a:latin typeface="Courier New"/>
                <a:ea typeface="Courier New"/>
                <a:cs typeface="Courier New"/>
              </a:defRPr>
            </a:lvl2pPr>
            <a:lvl3pPr>
              <a:defRPr sz="825" b="1">
                <a:solidFill>
                  <a:srgbClr val="002FA7"/>
                </a:solidFill>
                <a:latin typeface="Courier New"/>
                <a:ea typeface="Courier New"/>
                <a:cs typeface="Courier New"/>
              </a:defRPr>
            </a:lvl3pPr>
            <a:lvl4pPr>
              <a:defRPr sz="825" b="1">
                <a:solidFill>
                  <a:srgbClr val="002FA7"/>
                </a:solidFill>
                <a:latin typeface="Courier New"/>
                <a:ea typeface="Courier New"/>
                <a:cs typeface="Courier New"/>
              </a:defRPr>
            </a:lvl4pPr>
            <a:lvl5pPr>
              <a:defRPr sz="825" b="1">
                <a:solidFill>
                  <a:srgbClr val="002FA7"/>
                </a:solidFill>
                <a:latin typeface="Courier New"/>
                <a:ea typeface="Courier New"/>
                <a:cs typeface="Courier New"/>
              </a:defRPr>
            </a:lvl5pPr>
            <a:lvl6pPr>
              <a:defRPr sz="825" b="1">
                <a:solidFill>
                  <a:srgbClr val="002FA7"/>
                </a:solidFill>
                <a:latin typeface="Courier New"/>
                <a:ea typeface="Courier New"/>
                <a:cs typeface="Courier New"/>
              </a:defRPr>
            </a:lvl6pPr>
            <a:lvl7pPr>
              <a:defRPr sz="825" b="1">
                <a:solidFill>
                  <a:srgbClr val="002FA7"/>
                </a:solidFill>
                <a:latin typeface="Courier New"/>
                <a:ea typeface="Courier New"/>
                <a:cs typeface="Courier New"/>
              </a:defRPr>
            </a:lvl7pPr>
            <a:lvl8pPr>
              <a:defRPr sz="825" b="1">
                <a:solidFill>
                  <a:srgbClr val="002FA7"/>
                </a:solidFill>
                <a:latin typeface="Courier New"/>
                <a:ea typeface="Courier New"/>
                <a:cs typeface="Courier New"/>
              </a:defRPr>
            </a:lvl8pPr>
            <a:lvl9pPr>
              <a:defRPr sz="825" b="1">
                <a:solidFill>
                  <a:srgbClr val="002FA7"/>
                </a:solidFill>
                <a:latin typeface="Courier New"/>
                <a:ea typeface="Courier New"/>
                <a:cs typeface="Courier New"/>
              </a:defRPr>
            </a:lvl9pPr>
          </a:lstStyle>
          <a:p xmlns:a="http://schemas.openxmlformats.org/drawingml/2006/main">
            <a:pPr>
              <a:defRPr sz="825" b="1">
                <a:solidFill>
                  <a:srgbClr val="002FA7"/>
                </a:solidFill>
                <a:latin typeface="Courier New"/>
                <a:ea typeface="Courier New"/>
                <a:cs typeface="Courier New"/>
              </a:defRPr>
            </a:pPr>
            <a:r>
              <a:rPr sz="825" b="1">
                <a:solidFill>
                  <a:srgbClr val="002FA7"/>
                </a:solidFill>
                <a:latin typeface="Courier New"/>
                <a:ea typeface="Courier New"/>
                <a:cs typeface="Courier New"/>
              </a:rPr>
              <a:t>PHASE 03</a:t>
            </a:r>
          </a:p>
        </p:txBody>
      </p:sp>
      <p:sp>
        <p:nvSpPr>
          <p:cNvPr id="18" name="text-18">
            <a:extLst xmlns:a="http://schemas.openxmlformats.org/drawingml/2006/main">
              <a:ext uri="{FF2B5EF4-FFF2-40B4-BE49-F238E27FC236}">
                <a16:creationId xmlns:a16="http://schemas.microsoft.com/office/drawing/2014/main" id="{9854D15B-FB37-4E58-9264-EA911326C8FB}"/>
              </a:ext>
            </a:extLst>
          </p:cNvPr>
          <p:cNvSpPr>
            <a:spLocks xmlns:a="http://schemas.openxmlformats.org/drawingml/2006/main" noGrp="1"/>
          </p:cNvSpPr>
          <p:nvPr/>
        </p:nvSpPr>
        <p:spPr>
          <a:xfrm xmlns:a="http://schemas.openxmlformats.org/drawingml/2006/main">
            <a:off x="2038350" y="1743075"/>
            <a:ext cx="1661446"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0A0A0A"/>
                </a:solidFill>
                <a:latin typeface="Arial"/>
                <a:ea typeface="Arial"/>
                <a:cs typeface="Arial"/>
              </a:defRPr>
            </a:defPPr>
            <a:lvl1pPr>
              <a:defRPr sz="1050" b="1">
                <a:solidFill>
                  <a:srgbClr val="0A0A0A"/>
                </a:solidFill>
                <a:latin typeface="Arial"/>
                <a:ea typeface="Arial"/>
                <a:cs typeface="Arial"/>
              </a:defRPr>
            </a:lvl1pPr>
            <a:lvl2pPr>
              <a:defRPr sz="1050" b="1">
                <a:solidFill>
                  <a:srgbClr val="0A0A0A"/>
                </a:solidFill>
                <a:latin typeface="Arial"/>
                <a:ea typeface="Arial"/>
                <a:cs typeface="Arial"/>
              </a:defRPr>
            </a:lvl2pPr>
            <a:lvl3pPr>
              <a:defRPr sz="1050" b="1">
                <a:solidFill>
                  <a:srgbClr val="0A0A0A"/>
                </a:solidFill>
                <a:latin typeface="Arial"/>
                <a:ea typeface="Arial"/>
                <a:cs typeface="Arial"/>
              </a:defRPr>
            </a:lvl3pPr>
            <a:lvl4pPr>
              <a:defRPr sz="1050" b="1">
                <a:solidFill>
                  <a:srgbClr val="0A0A0A"/>
                </a:solidFill>
                <a:latin typeface="Arial"/>
                <a:ea typeface="Arial"/>
                <a:cs typeface="Arial"/>
              </a:defRPr>
            </a:lvl4pPr>
            <a:lvl5pPr>
              <a:defRPr sz="1050" b="1">
                <a:solidFill>
                  <a:srgbClr val="0A0A0A"/>
                </a:solidFill>
                <a:latin typeface="Arial"/>
                <a:ea typeface="Arial"/>
                <a:cs typeface="Arial"/>
              </a:defRPr>
            </a:lvl5pPr>
            <a:lvl6pPr>
              <a:defRPr sz="1050" b="1">
                <a:solidFill>
                  <a:srgbClr val="0A0A0A"/>
                </a:solidFill>
                <a:latin typeface="Arial"/>
                <a:ea typeface="Arial"/>
                <a:cs typeface="Arial"/>
              </a:defRPr>
            </a:lvl6pPr>
            <a:lvl7pPr>
              <a:defRPr sz="1050" b="1">
                <a:solidFill>
                  <a:srgbClr val="0A0A0A"/>
                </a:solidFill>
                <a:latin typeface="Arial"/>
                <a:ea typeface="Arial"/>
                <a:cs typeface="Arial"/>
              </a:defRPr>
            </a:lvl7pPr>
            <a:lvl8pPr>
              <a:defRPr sz="1050" b="1">
                <a:solidFill>
                  <a:srgbClr val="0A0A0A"/>
                </a:solidFill>
                <a:latin typeface="Arial"/>
                <a:ea typeface="Arial"/>
                <a:cs typeface="Arial"/>
              </a:defRPr>
            </a:lvl8pPr>
            <a:lvl9pPr>
              <a:defRPr sz="1050" b="1">
                <a:solidFill>
                  <a:srgbClr val="0A0A0A"/>
                </a:solidFill>
                <a:latin typeface="Arial"/>
                <a:ea typeface="Arial"/>
                <a:cs typeface="Arial"/>
              </a:defRPr>
            </a:lvl9pPr>
          </a:lstStyle>
          <a:p xmlns:a="http://schemas.openxmlformats.org/drawingml/2006/main">
            <a:pPr>
              <a:defRPr sz="1050" b="1">
                <a:solidFill>
                  <a:srgbClr val="0A0A0A"/>
                </a:solidFill>
                <a:latin typeface="Arial"/>
                <a:ea typeface="Arial"/>
                <a:cs typeface="Arial"/>
              </a:defRPr>
            </a:pPr>
            <a:r>
              <a:rPr sz="1050" b="1">
                <a:solidFill>
                  <a:srgbClr val="0A0A0A"/>
                </a:solidFill>
                <a:latin typeface="Arial"/>
                <a:ea typeface="Arial"/>
                <a:cs typeface="Arial"/>
              </a:rPr>
              <a:t>Data Preprocessing</a:t>
            </a:r>
          </a:p>
        </p:txBody>
      </p:sp>
      <p:sp>
        <p:nvSpPr>
          <p:cNvPr id="19" name="text-19">
            <a:extLst xmlns:a="http://schemas.openxmlformats.org/drawingml/2006/main">
              <a:ext uri="{FF2B5EF4-FFF2-40B4-BE49-F238E27FC236}">
                <a16:creationId xmlns:a16="http://schemas.microsoft.com/office/drawing/2014/main" id="{39A6F83D-6A95-42F8-B116-793A8D75098E}"/>
              </a:ext>
            </a:extLst>
          </p:cNvPr>
          <p:cNvSpPr>
            <a:spLocks xmlns:a="http://schemas.openxmlformats.org/drawingml/2006/main" noGrp="1"/>
          </p:cNvSpPr>
          <p:nvPr/>
        </p:nvSpPr>
        <p:spPr>
          <a:xfrm xmlns:a="http://schemas.openxmlformats.org/drawingml/2006/main">
            <a:off x="3905250" y="1752600"/>
            <a:ext cx="440116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Missing values, encoding, scaling, train-test split</a:t>
            </a:r>
          </a:p>
        </p:txBody>
      </p:sp>
      <p:sp>
        <p:nvSpPr>
          <p:cNvPr id="20" name="">
            <a:extLst xmlns:a="http://schemas.openxmlformats.org/drawingml/2006/main">
              <a:ext uri="{FF2B5EF4-FFF2-40B4-BE49-F238E27FC236}">
                <a16:creationId xmlns:a16="http://schemas.microsoft.com/office/drawing/2014/main" id="{BC810385-2EE7-4FEA-A191-F6B80959A3B1}"/>
              </a:ext>
            </a:extLst>
          </p:cNvPr>
          <p:cNvSpPr>
            <a:spLocks xmlns:a="http://schemas.openxmlformats.org/drawingml/2006/main" noGrp="1"/>
          </p:cNvSpPr>
          <p:nvPr/>
        </p:nvSpPr>
        <p:spPr>
          <a:xfrm xmlns:a="http://schemas.openxmlformats.org/drawingml/2006/main">
            <a:off x="677232" y="2039307"/>
            <a:ext cx="188585" cy="188585"/>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24D05EF-4702-4E91-8B52-B28013EEC17C}"/>
              </a:ext>
            </a:extLst>
          </p:cNvPr>
          <p:cNvSpPr>
            <a:spLocks xmlns:a="http://schemas.openxmlformats.org/drawingml/2006/main" noGrp="1"/>
          </p:cNvSpPr>
          <p:nvPr/>
        </p:nvSpPr>
        <p:spPr>
          <a:xfrm xmlns:a="http://schemas.openxmlformats.org/drawingml/2006/main">
            <a:off x="1085850" y="2028825"/>
            <a:ext cx="10534650"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22" name="text-22">
            <a:extLst xmlns:a="http://schemas.openxmlformats.org/drawingml/2006/main">
              <a:ext uri="{FF2B5EF4-FFF2-40B4-BE49-F238E27FC236}">
                <a16:creationId xmlns:a16="http://schemas.microsoft.com/office/drawing/2014/main" id="{DB61AEE6-E678-44C1-866A-AFC999236A77}"/>
              </a:ext>
            </a:extLst>
          </p:cNvPr>
          <p:cNvSpPr>
            <a:spLocks xmlns:a="http://schemas.openxmlformats.org/drawingml/2006/main" noGrp="1"/>
          </p:cNvSpPr>
          <p:nvPr/>
        </p:nvSpPr>
        <p:spPr>
          <a:xfrm xmlns:a="http://schemas.openxmlformats.org/drawingml/2006/main">
            <a:off x="1219200" y="212407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02FA7"/>
                </a:solidFill>
                <a:latin typeface="Courier New"/>
                <a:ea typeface="Courier New"/>
                <a:cs typeface="Courier New"/>
              </a:defRPr>
            </a:defPPr>
            <a:lvl1pPr>
              <a:defRPr sz="825" b="1">
                <a:solidFill>
                  <a:srgbClr val="002FA7"/>
                </a:solidFill>
                <a:latin typeface="Courier New"/>
                <a:ea typeface="Courier New"/>
                <a:cs typeface="Courier New"/>
              </a:defRPr>
            </a:lvl1pPr>
            <a:lvl2pPr>
              <a:defRPr sz="825" b="1">
                <a:solidFill>
                  <a:srgbClr val="002FA7"/>
                </a:solidFill>
                <a:latin typeface="Courier New"/>
                <a:ea typeface="Courier New"/>
                <a:cs typeface="Courier New"/>
              </a:defRPr>
            </a:lvl2pPr>
            <a:lvl3pPr>
              <a:defRPr sz="825" b="1">
                <a:solidFill>
                  <a:srgbClr val="002FA7"/>
                </a:solidFill>
                <a:latin typeface="Courier New"/>
                <a:ea typeface="Courier New"/>
                <a:cs typeface="Courier New"/>
              </a:defRPr>
            </a:lvl3pPr>
            <a:lvl4pPr>
              <a:defRPr sz="825" b="1">
                <a:solidFill>
                  <a:srgbClr val="002FA7"/>
                </a:solidFill>
                <a:latin typeface="Courier New"/>
                <a:ea typeface="Courier New"/>
                <a:cs typeface="Courier New"/>
              </a:defRPr>
            </a:lvl4pPr>
            <a:lvl5pPr>
              <a:defRPr sz="825" b="1">
                <a:solidFill>
                  <a:srgbClr val="002FA7"/>
                </a:solidFill>
                <a:latin typeface="Courier New"/>
                <a:ea typeface="Courier New"/>
                <a:cs typeface="Courier New"/>
              </a:defRPr>
            </a:lvl5pPr>
            <a:lvl6pPr>
              <a:defRPr sz="825" b="1">
                <a:solidFill>
                  <a:srgbClr val="002FA7"/>
                </a:solidFill>
                <a:latin typeface="Courier New"/>
                <a:ea typeface="Courier New"/>
                <a:cs typeface="Courier New"/>
              </a:defRPr>
            </a:lvl6pPr>
            <a:lvl7pPr>
              <a:defRPr sz="825" b="1">
                <a:solidFill>
                  <a:srgbClr val="002FA7"/>
                </a:solidFill>
                <a:latin typeface="Courier New"/>
                <a:ea typeface="Courier New"/>
                <a:cs typeface="Courier New"/>
              </a:defRPr>
            </a:lvl7pPr>
            <a:lvl8pPr>
              <a:defRPr sz="825" b="1">
                <a:solidFill>
                  <a:srgbClr val="002FA7"/>
                </a:solidFill>
                <a:latin typeface="Courier New"/>
                <a:ea typeface="Courier New"/>
                <a:cs typeface="Courier New"/>
              </a:defRPr>
            </a:lvl8pPr>
            <a:lvl9pPr>
              <a:defRPr sz="825" b="1">
                <a:solidFill>
                  <a:srgbClr val="002FA7"/>
                </a:solidFill>
                <a:latin typeface="Courier New"/>
                <a:ea typeface="Courier New"/>
                <a:cs typeface="Courier New"/>
              </a:defRPr>
            </a:lvl9pPr>
          </a:lstStyle>
          <a:p xmlns:a="http://schemas.openxmlformats.org/drawingml/2006/main">
            <a:pPr>
              <a:defRPr sz="825" b="1">
                <a:solidFill>
                  <a:srgbClr val="002FA7"/>
                </a:solidFill>
                <a:latin typeface="Courier New"/>
                <a:ea typeface="Courier New"/>
                <a:cs typeface="Courier New"/>
              </a:defRPr>
            </a:pPr>
            <a:r>
              <a:rPr sz="825" b="1">
                <a:solidFill>
                  <a:srgbClr val="002FA7"/>
                </a:solidFill>
                <a:latin typeface="Courier New"/>
                <a:ea typeface="Courier New"/>
                <a:cs typeface="Courier New"/>
              </a:rPr>
              <a:t>PHASE 04</a:t>
            </a:r>
          </a:p>
        </p:txBody>
      </p:sp>
      <p:sp>
        <p:nvSpPr>
          <p:cNvPr id="23" name="text-23">
            <a:extLst xmlns:a="http://schemas.openxmlformats.org/drawingml/2006/main">
              <a:ext uri="{FF2B5EF4-FFF2-40B4-BE49-F238E27FC236}">
                <a16:creationId xmlns:a16="http://schemas.microsoft.com/office/drawing/2014/main" id="{B05FDF17-0E15-456A-A343-2AEA99E5FB3D}"/>
              </a:ext>
            </a:extLst>
          </p:cNvPr>
          <p:cNvSpPr>
            <a:spLocks xmlns:a="http://schemas.openxmlformats.org/drawingml/2006/main" noGrp="1"/>
          </p:cNvSpPr>
          <p:nvPr/>
        </p:nvSpPr>
        <p:spPr>
          <a:xfrm xmlns:a="http://schemas.openxmlformats.org/drawingml/2006/main">
            <a:off x="2038350" y="2105025"/>
            <a:ext cx="2143697"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0A0A0A"/>
                </a:solidFill>
                <a:latin typeface="Arial"/>
                <a:ea typeface="Arial"/>
                <a:cs typeface="Arial"/>
              </a:defRPr>
            </a:defPPr>
            <a:lvl1pPr>
              <a:defRPr sz="1050" b="1">
                <a:solidFill>
                  <a:srgbClr val="0A0A0A"/>
                </a:solidFill>
                <a:latin typeface="Arial"/>
                <a:ea typeface="Arial"/>
                <a:cs typeface="Arial"/>
              </a:defRPr>
            </a:lvl1pPr>
            <a:lvl2pPr>
              <a:defRPr sz="1050" b="1">
                <a:solidFill>
                  <a:srgbClr val="0A0A0A"/>
                </a:solidFill>
                <a:latin typeface="Arial"/>
                <a:ea typeface="Arial"/>
                <a:cs typeface="Arial"/>
              </a:defRPr>
            </a:lvl2pPr>
            <a:lvl3pPr>
              <a:defRPr sz="1050" b="1">
                <a:solidFill>
                  <a:srgbClr val="0A0A0A"/>
                </a:solidFill>
                <a:latin typeface="Arial"/>
                <a:ea typeface="Arial"/>
                <a:cs typeface="Arial"/>
              </a:defRPr>
            </a:lvl3pPr>
            <a:lvl4pPr>
              <a:defRPr sz="1050" b="1">
                <a:solidFill>
                  <a:srgbClr val="0A0A0A"/>
                </a:solidFill>
                <a:latin typeface="Arial"/>
                <a:ea typeface="Arial"/>
                <a:cs typeface="Arial"/>
              </a:defRPr>
            </a:lvl4pPr>
            <a:lvl5pPr>
              <a:defRPr sz="1050" b="1">
                <a:solidFill>
                  <a:srgbClr val="0A0A0A"/>
                </a:solidFill>
                <a:latin typeface="Arial"/>
                <a:ea typeface="Arial"/>
                <a:cs typeface="Arial"/>
              </a:defRPr>
            </a:lvl5pPr>
            <a:lvl6pPr>
              <a:defRPr sz="1050" b="1">
                <a:solidFill>
                  <a:srgbClr val="0A0A0A"/>
                </a:solidFill>
                <a:latin typeface="Arial"/>
                <a:ea typeface="Arial"/>
                <a:cs typeface="Arial"/>
              </a:defRPr>
            </a:lvl6pPr>
            <a:lvl7pPr>
              <a:defRPr sz="1050" b="1">
                <a:solidFill>
                  <a:srgbClr val="0A0A0A"/>
                </a:solidFill>
                <a:latin typeface="Arial"/>
                <a:ea typeface="Arial"/>
                <a:cs typeface="Arial"/>
              </a:defRPr>
            </a:lvl7pPr>
            <a:lvl8pPr>
              <a:defRPr sz="1050" b="1">
                <a:solidFill>
                  <a:srgbClr val="0A0A0A"/>
                </a:solidFill>
                <a:latin typeface="Arial"/>
                <a:ea typeface="Arial"/>
                <a:cs typeface="Arial"/>
              </a:defRPr>
            </a:lvl8pPr>
            <a:lvl9pPr>
              <a:defRPr sz="1050" b="1">
                <a:solidFill>
                  <a:srgbClr val="0A0A0A"/>
                </a:solidFill>
                <a:latin typeface="Arial"/>
                <a:ea typeface="Arial"/>
                <a:cs typeface="Arial"/>
              </a:defRPr>
            </a:lvl9pPr>
          </a:lstStyle>
          <a:p xmlns:a="http://schemas.openxmlformats.org/drawingml/2006/main">
            <a:pPr>
              <a:defRPr sz="1050" b="1">
                <a:solidFill>
                  <a:srgbClr val="0A0A0A"/>
                </a:solidFill>
                <a:latin typeface="Arial"/>
                <a:ea typeface="Arial"/>
                <a:cs typeface="Arial"/>
              </a:defRPr>
            </a:pPr>
            <a:r>
              <a:rPr sz="1050" b="1">
                <a:solidFill>
                  <a:srgbClr val="0A0A0A"/>
                </a:solidFill>
                <a:latin typeface="Arial"/>
                <a:ea typeface="Arial"/>
                <a:cs typeface="Arial"/>
              </a:rPr>
              <a:t>Exploratory Data Analysis</a:t>
            </a:r>
          </a:p>
        </p:txBody>
      </p:sp>
      <p:sp>
        <p:nvSpPr>
          <p:cNvPr id="24" name="text-24">
            <a:extLst xmlns:a="http://schemas.openxmlformats.org/drawingml/2006/main">
              <a:ext uri="{FF2B5EF4-FFF2-40B4-BE49-F238E27FC236}">
                <a16:creationId xmlns:a16="http://schemas.microsoft.com/office/drawing/2014/main" id="{B59871D4-9F8D-4933-AC2C-9D909A3810EE}"/>
              </a:ext>
            </a:extLst>
          </p:cNvPr>
          <p:cNvSpPr>
            <a:spLocks xmlns:a="http://schemas.openxmlformats.org/drawingml/2006/main" noGrp="1"/>
          </p:cNvSpPr>
          <p:nvPr/>
        </p:nvSpPr>
        <p:spPr>
          <a:xfrm xmlns:a="http://schemas.openxmlformats.org/drawingml/2006/main">
            <a:off x="3905250" y="2114550"/>
            <a:ext cx="4735976"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Visualizations, correlation analysis, pattern discovery</a:t>
            </a:r>
          </a:p>
        </p:txBody>
      </p:sp>
      <p:sp>
        <p:nvSpPr>
          <p:cNvPr id="25" name="">
            <a:extLst xmlns:a="http://schemas.openxmlformats.org/drawingml/2006/main">
              <a:ext uri="{FF2B5EF4-FFF2-40B4-BE49-F238E27FC236}">
                <a16:creationId xmlns:a16="http://schemas.microsoft.com/office/drawing/2014/main" id="{286A6108-D75B-483F-B783-D8C921A74335}"/>
              </a:ext>
            </a:extLst>
          </p:cNvPr>
          <p:cNvSpPr>
            <a:spLocks xmlns:a="http://schemas.openxmlformats.org/drawingml/2006/main" noGrp="1"/>
          </p:cNvSpPr>
          <p:nvPr/>
        </p:nvSpPr>
        <p:spPr>
          <a:xfrm xmlns:a="http://schemas.openxmlformats.org/drawingml/2006/main">
            <a:off x="677232" y="2401257"/>
            <a:ext cx="188585" cy="188585"/>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3A95E23-D01B-416B-B51A-09EEF1C641A7}"/>
              </a:ext>
            </a:extLst>
          </p:cNvPr>
          <p:cNvSpPr>
            <a:spLocks xmlns:a="http://schemas.openxmlformats.org/drawingml/2006/main" noGrp="1"/>
          </p:cNvSpPr>
          <p:nvPr/>
        </p:nvSpPr>
        <p:spPr>
          <a:xfrm xmlns:a="http://schemas.openxmlformats.org/drawingml/2006/main">
            <a:off x="1085850" y="2390775"/>
            <a:ext cx="10534650"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27" name="text-27">
            <a:extLst xmlns:a="http://schemas.openxmlformats.org/drawingml/2006/main">
              <a:ext uri="{FF2B5EF4-FFF2-40B4-BE49-F238E27FC236}">
                <a16:creationId xmlns:a16="http://schemas.microsoft.com/office/drawing/2014/main" id="{1981A351-56AD-44D7-9B84-75A745B8BF3D}"/>
              </a:ext>
            </a:extLst>
          </p:cNvPr>
          <p:cNvSpPr>
            <a:spLocks xmlns:a="http://schemas.openxmlformats.org/drawingml/2006/main" noGrp="1"/>
          </p:cNvSpPr>
          <p:nvPr/>
        </p:nvSpPr>
        <p:spPr>
          <a:xfrm xmlns:a="http://schemas.openxmlformats.org/drawingml/2006/main">
            <a:off x="1219200" y="248602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02FA7"/>
                </a:solidFill>
                <a:latin typeface="Courier New"/>
                <a:ea typeface="Courier New"/>
                <a:cs typeface="Courier New"/>
              </a:defRPr>
            </a:defPPr>
            <a:lvl1pPr>
              <a:defRPr sz="825" b="1">
                <a:solidFill>
                  <a:srgbClr val="002FA7"/>
                </a:solidFill>
                <a:latin typeface="Courier New"/>
                <a:ea typeface="Courier New"/>
                <a:cs typeface="Courier New"/>
              </a:defRPr>
            </a:lvl1pPr>
            <a:lvl2pPr>
              <a:defRPr sz="825" b="1">
                <a:solidFill>
                  <a:srgbClr val="002FA7"/>
                </a:solidFill>
                <a:latin typeface="Courier New"/>
                <a:ea typeface="Courier New"/>
                <a:cs typeface="Courier New"/>
              </a:defRPr>
            </a:lvl2pPr>
            <a:lvl3pPr>
              <a:defRPr sz="825" b="1">
                <a:solidFill>
                  <a:srgbClr val="002FA7"/>
                </a:solidFill>
                <a:latin typeface="Courier New"/>
                <a:ea typeface="Courier New"/>
                <a:cs typeface="Courier New"/>
              </a:defRPr>
            </a:lvl3pPr>
            <a:lvl4pPr>
              <a:defRPr sz="825" b="1">
                <a:solidFill>
                  <a:srgbClr val="002FA7"/>
                </a:solidFill>
                <a:latin typeface="Courier New"/>
                <a:ea typeface="Courier New"/>
                <a:cs typeface="Courier New"/>
              </a:defRPr>
            </a:lvl4pPr>
            <a:lvl5pPr>
              <a:defRPr sz="825" b="1">
                <a:solidFill>
                  <a:srgbClr val="002FA7"/>
                </a:solidFill>
                <a:latin typeface="Courier New"/>
                <a:ea typeface="Courier New"/>
                <a:cs typeface="Courier New"/>
              </a:defRPr>
            </a:lvl5pPr>
            <a:lvl6pPr>
              <a:defRPr sz="825" b="1">
                <a:solidFill>
                  <a:srgbClr val="002FA7"/>
                </a:solidFill>
                <a:latin typeface="Courier New"/>
                <a:ea typeface="Courier New"/>
                <a:cs typeface="Courier New"/>
              </a:defRPr>
            </a:lvl6pPr>
            <a:lvl7pPr>
              <a:defRPr sz="825" b="1">
                <a:solidFill>
                  <a:srgbClr val="002FA7"/>
                </a:solidFill>
                <a:latin typeface="Courier New"/>
                <a:ea typeface="Courier New"/>
                <a:cs typeface="Courier New"/>
              </a:defRPr>
            </a:lvl7pPr>
            <a:lvl8pPr>
              <a:defRPr sz="825" b="1">
                <a:solidFill>
                  <a:srgbClr val="002FA7"/>
                </a:solidFill>
                <a:latin typeface="Courier New"/>
                <a:ea typeface="Courier New"/>
                <a:cs typeface="Courier New"/>
              </a:defRPr>
            </a:lvl8pPr>
            <a:lvl9pPr>
              <a:defRPr sz="825" b="1">
                <a:solidFill>
                  <a:srgbClr val="002FA7"/>
                </a:solidFill>
                <a:latin typeface="Courier New"/>
                <a:ea typeface="Courier New"/>
                <a:cs typeface="Courier New"/>
              </a:defRPr>
            </a:lvl9pPr>
          </a:lstStyle>
          <a:p xmlns:a="http://schemas.openxmlformats.org/drawingml/2006/main">
            <a:pPr>
              <a:defRPr sz="825" b="1">
                <a:solidFill>
                  <a:srgbClr val="002FA7"/>
                </a:solidFill>
                <a:latin typeface="Courier New"/>
                <a:ea typeface="Courier New"/>
                <a:cs typeface="Courier New"/>
              </a:defRPr>
            </a:pPr>
            <a:r>
              <a:rPr sz="825" b="1">
                <a:solidFill>
                  <a:srgbClr val="002FA7"/>
                </a:solidFill>
                <a:latin typeface="Courier New"/>
                <a:ea typeface="Courier New"/>
                <a:cs typeface="Courier New"/>
              </a:rPr>
              <a:t>PHASE 05</a:t>
            </a:r>
          </a:p>
        </p:txBody>
      </p:sp>
      <p:sp>
        <p:nvSpPr>
          <p:cNvPr id="28" name="text-28">
            <a:extLst xmlns:a="http://schemas.openxmlformats.org/drawingml/2006/main">
              <a:ext uri="{FF2B5EF4-FFF2-40B4-BE49-F238E27FC236}">
                <a16:creationId xmlns:a16="http://schemas.microsoft.com/office/drawing/2014/main" id="{D29AA256-E29D-4A0C-B3B3-1A420D08C96A}"/>
              </a:ext>
            </a:extLst>
          </p:cNvPr>
          <p:cNvSpPr>
            <a:spLocks xmlns:a="http://schemas.openxmlformats.org/drawingml/2006/main" noGrp="1"/>
          </p:cNvSpPr>
          <p:nvPr/>
        </p:nvSpPr>
        <p:spPr>
          <a:xfrm xmlns:a="http://schemas.openxmlformats.org/drawingml/2006/main">
            <a:off x="2038350" y="2466975"/>
            <a:ext cx="1670161"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0A0A0A"/>
                </a:solidFill>
                <a:latin typeface="Arial"/>
                <a:ea typeface="Arial"/>
                <a:cs typeface="Arial"/>
              </a:defRPr>
            </a:defPPr>
            <a:lvl1pPr>
              <a:defRPr sz="1050" b="1">
                <a:solidFill>
                  <a:srgbClr val="0A0A0A"/>
                </a:solidFill>
                <a:latin typeface="Arial"/>
                <a:ea typeface="Arial"/>
                <a:cs typeface="Arial"/>
              </a:defRPr>
            </a:lvl1pPr>
            <a:lvl2pPr>
              <a:defRPr sz="1050" b="1">
                <a:solidFill>
                  <a:srgbClr val="0A0A0A"/>
                </a:solidFill>
                <a:latin typeface="Arial"/>
                <a:ea typeface="Arial"/>
                <a:cs typeface="Arial"/>
              </a:defRPr>
            </a:lvl2pPr>
            <a:lvl3pPr>
              <a:defRPr sz="1050" b="1">
                <a:solidFill>
                  <a:srgbClr val="0A0A0A"/>
                </a:solidFill>
                <a:latin typeface="Arial"/>
                <a:ea typeface="Arial"/>
                <a:cs typeface="Arial"/>
              </a:defRPr>
            </a:lvl3pPr>
            <a:lvl4pPr>
              <a:defRPr sz="1050" b="1">
                <a:solidFill>
                  <a:srgbClr val="0A0A0A"/>
                </a:solidFill>
                <a:latin typeface="Arial"/>
                <a:ea typeface="Arial"/>
                <a:cs typeface="Arial"/>
              </a:defRPr>
            </a:lvl4pPr>
            <a:lvl5pPr>
              <a:defRPr sz="1050" b="1">
                <a:solidFill>
                  <a:srgbClr val="0A0A0A"/>
                </a:solidFill>
                <a:latin typeface="Arial"/>
                <a:ea typeface="Arial"/>
                <a:cs typeface="Arial"/>
              </a:defRPr>
            </a:lvl5pPr>
            <a:lvl6pPr>
              <a:defRPr sz="1050" b="1">
                <a:solidFill>
                  <a:srgbClr val="0A0A0A"/>
                </a:solidFill>
                <a:latin typeface="Arial"/>
                <a:ea typeface="Arial"/>
                <a:cs typeface="Arial"/>
              </a:defRPr>
            </a:lvl6pPr>
            <a:lvl7pPr>
              <a:defRPr sz="1050" b="1">
                <a:solidFill>
                  <a:srgbClr val="0A0A0A"/>
                </a:solidFill>
                <a:latin typeface="Arial"/>
                <a:ea typeface="Arial"/>
                <a:cs typeface="Arial"/>
              </a:defRPr>
            </a:lvl7pPr>
            <a:lvl8pPr>
              <a:defRPr sz="1050" b="1">
                <a:solidFill>
                  <a:srgbClr val="0A0A0A"/>
                </a:solidFill>
                <a:latin typeface="Arial"/>
                <a:ea typeface="Arial"/>
                <a:cs typeface="Arial"/>
              </a:defRPr>
            </a:lvl8pPr>
            <a:lvl9pPr>
              <a:defRPr sz="1050" b="1">
                <a:solidFill>
                  <a:srgbClr val="0A0A0A"/>
                </a:solidFill>
                <a:latin typeface="Arial"/>
                <a:ea typeface="Arial"/>
                <a:cs typeface="Arial"/>
              </a:defRPr>
            </a:lvl9pPr>
          </a:lstStyle>
          <a:p xmlns:a="http://schemas.openxmlformats.org/drawingml/2006/main">
            <a:pPr>
              <a:defRPr sz="1050" b="1">
                <a:solidFill>
                  <a:srgbClr val="0A0A0A"/>
                </a:solidFill>
                <a:latin typeface="Arial"/>
                <a:ea typeface="Arial"/>
                <a:cs typeface="Arial"/>
              </a:defRPr>
            </a:pPr>
            <a:r>
              <a:rPr sz="1050" b="1">
                <a:solidFill>
                  <a:srgbClr val="0A0A0A"/>
                </a:solidFill>
                <a:latin typeface="Arial"/>
                <a:ea typeface="Arial"/>
                <a:cs typeface="Arial"/>
              </a:rPr>
              <a:t>Model Development</a:t>
            </a:r>
          </a:p>
        </p:txBody>
      </p:sp>
      <p:sp>
        <p:nvSpPr>
          <p:cNvPr id="29" name="text-29">
            <a:extLst xmlns:a="http://schemas.openxmlformats.org/drawingml/2006/main">
              <a:ext uri="{FF2B5EF4-FFF2-40B4-BE49-F238E27FC236}">
                <a16:creationId xmlns:a16="http://schemas.microsoft.com/office/drawing/2014/main" id="{EF114089-4450-42B3-8371-7BD6B76E2331}"/>
              </a:ext>
            </a:extLst>
          </p:cNvPr>
          <p:cNvSpPr>
            <a:spLocks xmlns:a="http://schemas.openxmlformats.org/drawingml/2006/main" noGrp="1"/>
          </p:cNvSpPr>
          <p:nvPr/>
        </p:nvSpPr>
        <p:spPr>
          <a:xfrm xmlns:a="http://schemas.openxmlformats.org/drawingml/2006/main">
            <a:off x="3905250" y="2476500"/>
            <a:ext cx="3229669"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Train 6 ML models + stacking ensemble</a:t>
            </a:r>
          </a:p>
        </p:txBody>
      </p:sp>
      <p:sp>
        <p:nvSpPr>
          <p:cNvPr id="30" name="">
            <a:extLst xmlns:a="http://schemas.openxmlformats.org/drawingml/2006/main">
              <a:ext uri="{FF2B5EF4-FFF2-40B4-BE49-F238E27FC236}">
                <a16:creationId xmlns:a16="http://schemas.microsoft.com/office/drawing/2014/main" id="{C08544FF-FD65-44A4-AA02-55FD5ECB37AB}"/>
              </a:ext>
            </a:extLst>
          </p:cNvPr>
          <p:cNvSpPr>
            <a:spLocks xmlns:a="http://schemas.openxmlformats.org/drawingml/2006/main" noGrp="1"/>
          </p:cNvSpPr>
          <p:nvPr/>
        </p:nvSpPr>
        <p:spPr>
          <a:xfrm xmlns:a="http://schemas.openxmlformats.org/drawingml/2006/main">
            <a:off x="677232" y="2763207"/>
            <a:ext cx="188585" cy="188586"/>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C32F48C-AE67-4F44-AA0F-B4740A66584D}"/>
              </a:ext>
            </a:extLst>
          </p:cNvPr>
          <p:cNvSpPr>
            <a:spLocks xmlns:a="http://schemas.openxmlformats.org/drawingml/2006/main" noGrp="1"/>
          </p:cNvSpPr>
          <p:nvPr/>
        </p:nvSpPr>
        <p:spPr>
          <a:xfrm xmlns:a="http://schemas.openxmlformats.org/drawingml/2006/main">
            <a:off x="1085850" y="2752725"/>
            <a:ext cx="10534650"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32" name="text-32">
            <a:extLst xmlns:a="http://schemas.openxmlformats.org/drawingml/2006/main">
              <a:ext uri="{FF2B5EF4-FFF2-40B4-BE49-F238E27FC236}">
                <a16:creationId xmlns:a16="http://schemas.microsoft.com/office/drawing/2014/main" id="{31D1DAA4-50AB-4592-B782-3CEDB638DECD}"/>
              </a:ext>
            </a:extLst>
          </p:cNvPr>
          <p:cNvSpPr>
            <a:spLocks xmlns:a="http://schemas.openxmlformats.org/drawingml/2006/main" noGrp="1"/>
          </p:cNvSpPr>
          <p:nvPr/>
        </p:nvSpPr>
        <p:spPr>
          <a:xfrm xmlns:a="http://schemas.openxmlformats.org/drawingml/2006/main">
            <a:off x="1219200" y="284797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02FA7"/>
                </a:solidFill>
                <a:latin typeface="Courier New"/>
                <a:ea typeface="Courier New"/>
                <a:cs typeface="Courier New"/>
              </a:defRPr>
            </a:defPPr>
            <a:lvl1pPr>
              <a:defRPr sz="825" b="1">
                <a:solidFill>
                  <a:srgbClr val="002FA7"/>
                </a:solidFill>
                <a:latin typeface="Courier New"/>
                <a:ea typeface="Courier New"/>
                <a:cs typeface="Courier New"/>
              </a:defRPr>
            </a:lvl1pPr>
            <a:lvl2pPr>
              <a:defRPr sz="825" b="1">
                <a:solidFill>
                  <a:srgbClr val="002FA7"/>
                </a:solidFill>
                <a:latin typeface="Courier New"/>
                <a:ea typeface="Courier New"/>
                <a:cs typeface="Courier New"/>
              </a:defRPr>
            </a:lvl2pPr>
            <a:lvl3pPr>
              <a:defRPr sz="825" b="1">
                <a:solidFill>
                  <a:srgbClr val="002FA7"/>
                </a:solidFill>
                <a:latin typeface="Courier New"/>
                <a:ea typeface="Courier New"/>
                <a:cs typeface="Courier New"/>
              </a:defRPr>
            </a:lvl3pPr>
            <a:lvl4pPr>
              <a:defRPr sz="825" b="1">
                <a:solidFill>
                  <a:srgbClr val="002FA7"/>
                </a:solidFill>
                <a:latin typeface="Courier New"/>
                <a:ea typeface="Courier New"/>
                <a:cs typeface="Courier New"/>
              </a:defRPr>
            </a:lvl4pPr>
            <a:lvl5pPr>
              <a:defRPr sz="825" b="1">
                <a:solidFill>
                  <a:srgbClr val="002FA7"/>
                </a:solidFill>
                <a:latin typeface="Courier New"/>
                <a:ea typeface="Courier New"/>
                <a:cs typeface="Courier New"/>
              </a:defRPr>
            </a:lvl5pPr>
            <a:lvl6pPr>
              <a:defRPr sz="825" b="1">
                <a:solidFill>
                  <a:srgbClr val="002FA7"/>
                </a:solidFill>
                <a:latin typeface="Courier New"/>
                <a:ea typeface="Courier New"/>
                <a:cs typeface="Courier New"/>
              </a:defRPr>
            </a:lvl6pPr>
            <a:lvl7pPr>
              <a:defRPr sz="825" b="1">
                <a:solidFill>
                  <a:srgbClr val="002FA7"/>
                </a:solidFill>
                <a:latin typeface="Courier New"/>
                <a:ea typeface="Courier New"/>
                <a:cs typeface="Courier New"/>
              </a:defRPr>
            </a:lvl7pPr>
            <a:lvl8pPr>
              <a:defRPr sz="825" b="1">
                <a:solidFill>
                  <a:srgbClr val="002FA7"/>
                </a:solidFill>
                <a:latin typeface="Courier New"/>
                <a:ea typeface="Courier New"/>
                <a:cs typeface="Courier New"/>
              </a:defRPr>
            </a:lvl8pPr>
            <a:lvl9pPr>
              <a:defRPr sz="825" b="1">
                <a:solidFill>
                  <a:srgbClr val="002FA7"/>
                </a:solidFill>
                <a:latin typeface="Courier New"/>
                <a:ea typeface="Courier New"/>
                <a:cs typeface="Courier New"/>
              </a:defRPr>
            </a:lvl9pPr>
          </a:lstStyle>
          <a:p xmlns:a="http://schemas.openxmlformats.org/drawingml/2006/main">
            <a:pPr>
              <a:defRPr sz="825" b="1">
                <a:solidFill>
                  <a:srgbClr val="002FA7"/>
                </a:solidFill>
                <a:latin typeface="Courier New"/>
                <a:ea typeface="Courier New"/>
                <a:cs typeface="Courier New"/>
              </a:defRPr>
            </a:pPr>
            <a:r>
              <a:rPr sz="825" b="1">
                <a:solidFill>
                  <a:srgbClr val="002FA7"/>
                </a:solidFill>
                <a:latin typeface="Courier New"/>
                <a:ea typeface="Courier New"/>
                <a:cs typeface="Courier New"/>
              </a:rPr>
              <a:t>PHASE 06</a:t>
            </a:r>
          </a:p>
        </p:txBody>
      </p:sp>
      <p:sp>
        <p:nvSpPr>
          <p:cNvPr id="33" name="text-33">
            <a:extLst xmlns:a="http://schemas.openxmlformats.org/drawingml/2006/main">
              <a:ext uri="{FF2B5EF4-FFF2-40B4-BE49-F238E27FC236}">
                <a16:creationId xmlns:a16="http://schemas.microsoft.com/office/drawing/2014/main" id="{ECBC1298-A5D7-4032-A489-D343E9DFA627}"/>
              </a:ext>
            </a:extLst>
          </p:cNvPr>
          <p:cNvSpPr>
            <a:spLocks xmlns:a="http://schemas.openxmlformats.org/drawingml/2006/main" noGrp="1"/>
          </p:cNvSpPr>
          <p:nvPr/>
        </p:nvSpPr>
        <p:spPr>
          <a:xfrm xmlns:a="http://schemas.openxmlformats.org/drawingml/2006/main">
            <a:off x="2038350" y="2828925"/>
            <a:ext cx="159771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0A0A0A"/>
                </a:solidFill>
                <a:latin typeface="Arial"/>
                <a:ea typeface="Arial"/>
                <a:cs typeface="Arial"/>
              </a:defRPr>
            </a:defPPr>
            <a:lvl1pPr>
              <a:defRPr sz="1050" b="1">
                <a:solidFill>
                  <a:srgbClr val="0A0A0A"/>
                </a:solidFill>
                <a:latin typeface="Arial"/>
                <a:ea typeface="Arial"/>
                <a:cs typeface="Arial"/>
              </a:defRPr>
            </a:lvl1pPr>
            <a:lvl2pPr>
              <a:defRPr sz="1050" b="1">
                <a:solidFill>
                  <a:srgbClr val="0A0A0A"/>
                </a:solidFill>
                <a:latin typeface="Arial"/>
                <a:ea typeface="Arial"/>
                <a:cs typeface="Arial"/>
              </a:defRPr>
            </a:lvl2pPr>
            <a:lvl3pPr>
              <a:defRPr sz="1050" b="1">
                <a:solidFill>
                  <a:srgbClr val="0A0A0A"/>
                </a:solidFill>
                <a:latin typeface="Arial"/>
                <a:ea typeface="Arial"/>
                <a:cs typeface="Arial"/>
              </a:defRPr>
            </a:lvl3pPr>
            <a:lvl4pPr>
              <a:defRPr sz="1050" b="1">
                <a:solidFill>
                  <a:srgbClr val="0A0A0A"/>
                </a:solidFill>
                <a:latin typeface="Arial"/>
                <a:ea typeface="Arial"/>
                <a:cs typeface="Arial"/>
              </a:defRPr>
            </a:lvl4pPr>
            <a:lvl5pPr>
              <a:defRPr sz="1050" b="1">
                <a:solidFill>
                  <a:srgbClr val="0A0A0A"/>
                </a:solidFill>
                <a:latin typeface="Arial"/>
                <a:ea typeface="Arial"/>
                <a:cs typeface="Arial"/>
              </a:defRPr>
            </a:lvl5pPr>
            <a:lvl6pPr>
              <a:defRPr sz="1050" b="1">
                <a:solidFill>
                  <a:srgbClr val="0A0A0A"/>
                </a:solidFill>
                <a:latin typeface="Arial"/>
                <a:ea typeface="Arial"/>
                <a:cs typeface="Arial"/>
              </a:defRPr>
            </a:lvl6pPr>
            <a:lvl7pPr>
              <a:defRPr sz="1050" b="1">
                <a:solidFill>
                  <a:srgbClr val="0A0A0A"/>
                </a:solidFill>
                <a:latin typeface="Arial"/>
                <a:ea typeface="Arial"/>
                <a:cs typeface="Arial"/>
              </a:defRPr>
            </a:lvl7pPr>
            <a:lvl8pPr>
              <a:defRPr sz="1050" b="1">
                <a:solidFill>
                  <a:srgbClr val="0A0A0A"/>
                </a:solidFill>
                <a:latin typeface="Arial"/>
                <a:ea typeface="Arial"/>
                <a:cs typeface="Arial"/>
              </a:defRPr>
            </a:lvl8pPr>
            <a:lvl9pPr>
              <a:defRPr sz="1050" b="1">
                <a:solidFill>
                  <a:srgbClr val="0A0A0A"/>
                </a:solidFill>
                <a:latin typeface="Arial"/>
                <a:ea typeface="Arial"/>
                <a:cs typeface="Arial"/>
              </a:defRPr>
            </a:lvl9pPr>
          </a:lstStyle>
          <a:p xmlns:a="http://schemas.openxmlformats.org/drawingml/2006/main">
            <a:pPr>
              <a:defRPr sz="1050" b="1">
                <a:solidFill>
                  <a:srgbClr val="0A0A0A"/>
                </a:solidFill>
                <a:latin typeface="Arial"/>
                <a:ea typeface="Arial"/>
                <a:cs typeface="Arial"/>
              </a:defRPr>
            </a:pPr>
            <a:r>
              <a:rPr sz="1050" b="1">
                <a:solidFill>
                  <a:srgbClr val="0A0A0A"/>
                </a:solidFill>
                <a:latin typeface="Arial"/>
                <a:ea typeface="Arial"/>
                <a:cs typeface="Arial"/>
              </a:rPr>
              <a:t>Model Comparison</a:t>
            </a:r>
          </a:p>
        </p:txBody>
      </p:sp>
      <p:sp>
        <p:nvSpPr>
          <p:cNvPr id="34" name="text-34">
            <a:extLst xmlns:a="http://schemas.openxmlformats.org/drawingml/2006/main">
              <a:ext uri="{FF2B5EF4-FFF2-40B4-BE49-F238E27FC236}">
                <a16:creationId xmlns:a16="http://schemas.microsoft.com/office/drawing/2014/main" id="{7CA5D641-595A-417A-885C-6AEF8F8F58F1}"/>
              </a:ext>
            </a:extLst>
          </p:cNvPr>
          <p:cNvSpPr>
            <a:spLocks xmlns:a="http://schemas.openxmlformats.org/drawingml/2006/main" noGrp="1"/>
          </p:cNvSpPr>
          <p:nvPr/>
        </p:nvSpPr>
        <p:spPr>
          <a:xfrm xmlns:a="http://schemas.openxmlformats.org/drawingml/2006/main">
            <a:off x="3905250" y="2838450"/>
            <a:ext cx="3480599"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Accuracy, F1, AUC-ROC, Precision, Recall</a:t>
            </a:r>
          </a:p>
        </p:txBody>
      </p:sp>
      <p:sp>
        <p:nvSpPr>
          <p:cNvPr id="35" name="">
            <a:extLst xmlns:a="http://schemas.openxmlformats.org/drawingml/2006/main">
              <a:ext uri="{FF2B5EF4-FFF2-40B4-BE49-F238E27FC236}">
                <a16:creationId xmlns:a16="http://schemas.microsoft.com/office/drawing/2014/main" id="{947B5C6D-DB8D-478E-A287-83DA1A280BE6}"/>
              </a:ext>
            </a:extLst>
          </p:cNvPr>
          <p:cNvSpPr>
            <a:spLocks xmlns:a="http://schemas.openxmlformats.org/drawingml/2006/main" noGrp="1"/>
          </p:cNvSpPr>
          <p:nvPr/>
        </p:nvSpPr>
        <p:spPr>
          <a:xfrm xmlns:a="http://schemas.openxmlformats.org/drawingml/2006/main">
            <a:off x="677232" y="3125157"/>
            <a:ext cx="188585" cy="188586"/>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4EDD80C-D734-4F47-AAD8-5E1C64EF45DD}"/>
              </a:ext>
            </a:extLst>
          </p:cNvPr>
          <p:cNvSpPr>
            <a:spLocks xmlns:a="http://schemas.openxmlformats.org/drawingml/2006/main" noGrp="1"/>
          </p:cNvSpPr>
          <p:nvPr/>
        </p:nvSpPr>
        <p:spPr>
          <a:xfrm xmlns:a="http://schemas.openxmlformats.org/drawingml/2006/main">
            <a:off x="1085850" y="3114675"/>
            <a:ext cx="10534650"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37" name="text-37">
            <a:extLst xmlns:a="http://schemas.openxmlformats.org/drawingml/2006/main">
              <a:ext uri="{FF2B5EF4-FFF2-40B4-BE49-F238E27FC236}">
                <a16:creationId xmlns:a16="http://schemas.microsoft.com/office/drawing/2014/main" id="{75B21F87-052C-4825-B140-EC88026D63B6}"/>
              </a:ext>
            </a:extLst>
          </p:cNvPr>
          <p:cNvSpPr>
            <a:spLocks xmlns:a="http://schemas.openxmlformats.org/drawingml/2006/main" noGrp="1"/>
          </p:cNvSpPr>
          <p:nvPr/>
        </p:nvSpPr>
        <p:spPr>
          <a:xfrm xmlns:a="http://schemas.openxmlformats.org/drawingml/2006/main">
            <a:off x="1219200" y="320992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02FA7"/>
                </a:solidFill>
                <a:latin typeface="Courier New"/>
                <a:ea typeface="Courier New"/>
                <a:cs typeface="Courier New"/>
              </a:defRPr>
            </a:defPPr>
            <a:lvl1pPr>
              <a:defRPr sz="825" b="1">
                <a:solidFill>
                  <a:srgbClr val="002FA7"/>
                </a:solidFill>
                <a:latin typeface="Courier New"/>
                <a:ea typeface="Courier New"/>
                <a:cs typeface="Courier New"/>
              </a:defRPr>
            </a:lvl1pPr>
            <a:lvl2pPr>
              <a:defRPr sz="825" b="1">
                <a:solidFill>
                  <a:srgbClr val="002FA7"/>
                </a:solidFill>
                <a:latin typeface="Courier New"/>
                <a:ea typeface="Courier New"/>
                <a:cs typeface="Courier New"/>
              </a:defRPr>
            </a:lvl2pPr>
            <a:lvl3pPr>
              <a:defRPr sz="825" b="1">
                <a:solidFill>
                  <a:srgbClr val="002FA7"/>
                </a:solidFill>
                <a:latin typeface="Courier New"/>
                <a:ea typeface="Courier New"/>
                <a:cs typeface="Courier New"/>
              </a:defRPr>
            </a:lvl3pPr>
            <a:lvl4pPr>
              <a:defRPr sz="825" b="1">
                <a:solidFill>
                  <a:srgbClr val="002FA7"/>
                </a:solidFill>
                <a:latin typeface="Courier New"/>
                <a:ea typeface="Courier New"/>
                <a:cs typeface="Courier New"/>
              </a:defRPr>
            </a:lvl4pPr>
            <a:lvl5pPr>
              <a:defRPr sz="825" b="1">
                <a:solidFill>
                  <a:srgbClr val="002FA7"/>
                </a:solidFill>
                <a:latin typeface="Courier New"/>
                <a:ea typeface="Courier New"/>
                <a:cs typeface="Courier New"/>
              </a:defRPr>
            </a:lvl5pPr>
            <a:lvl6pPr>
              <a:defRPr sz="825" b="1">
                <a:solidFill>
                  <a:srgbClr val="002FA7"/>
                </a:solidFill>
                <a:latin typeface="Courier New"/>
                <a:ea typeface="Courier New"/>
                <a:cs typeface="Courier New"/>
              </a:defRPr>
            </a:lvl6pPr>
            <a:lvl7pPr>
              <a:defRPr sz="825" b="1">
                <a:solidFill>
                  <a:srgbClr val="002FA7"/>
                </a:solidFill>
                <a:latin typeface="Courier New"/>
                <a:ea typeface="Courier New"/>
                <a:cs typeface="Courier New"/>
              </a:defRPr>
            </a:lvl7pPr>
            <a:lvl8pPr>
              <a:defRPr sz="825" b="1">
                <a:solidFill>
                  <a:srgbClr val="002FA7"/>
                </a:solidFill>
                <a:latin typeface="Courier New"/>
                <a:ea typeface="Courier New"/>
                <a:cs typeface="Courier New"/>
              </a:defRPr>
            </a:lvl8pPr>
            <a:lvl9pPr>
              <a:defRPr sz="825" b="1">
                <a:solidFill>
                  <a:srgbClr val="002FA7"/>
                </a:solidFill>
                <a:latin typeface="Courier New"/>
                <a:ea typeface="Courier New"/>
                <a:cs typeface="Courier New"/>
              </a:defRPr>
            </a:lvl9pPr>
          </a:lstStyle>
          <a:p xmlns:a="http://schemas.openxmlformats.org/drawingml/2006/main">
            <a:pPr>
              <a:defRPr sz="825" b="1">
                <a:solidFill>
                  <a:srgbClr val="002FA7"/>
                </a:solidFill>
                <a:latin typeface="Courier New"/>
                <a:ea typeface="Courier New"/>
                <a:cs typeface="Courier New"/>
              </a:defRPr>
            </a:pPr>
            <a:r>
              <a:rPr sz="825" b="1">
                <a:solidFill>
                  <a:srgbClr val="002FA7"/>
                </a:solidFill>
                <a:latin typeface="Courier New"/>
                <a:ea typeface="Courier New"/>
                <a:cs typeface="Courier New"/>
              </a:rPr>
              <a:t>PHASE 07</a:t>
            </a:r>
          </a:p>
        </p:txBody>
      </p:sp>
      <p:sp>
        <p:nvSpPr>
          <p:cNvPr id="38" name="text-38">
            <a:extLst xmlns:a="http://schemas.openxmlformats.org/drawingml/2006/main">
              <a:ext uri="{FF2B5EF4-FFF2-40B4-BE49-F238E27FC236}">
                <a16:creationId xmlns:a16="http://schemas.microsoft.com/office/drawing/2014/main" id="{7588E035-B8B7-4F22-A9FE-A6B21F302634}"/>
              </a:ext>
            </a:extLst>
          </p:cNvPr>
          <p:cNvSpPr>
            <a:spLocks xmlns:a="http://schemas.openxmlformats.org/drawingml/2006/main" noGrp="1"/>
          </p:cNvSpPr>
          <p:nvPr/>
        </p:nvSpPr>
        <p:spPr>
          <a:xfrm xmlns:a="http://schemas.openxmlformats.org/drawingml/2006/main">
            <a:off x="2038350" y="3190875"/>
            <a:ext cx="1845013"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0A0A0A"/>
                </a:solidFill>
                <a:latin typeface="Arial"/>
                <a:ea typeface="Arial"/>
                <a:cs typeface="Arial"/>
              </a:defRPr>
            </a:defPPr>
            <a:lvl1pPr>
              <a:defRPr sz="1050" b="1">
                <a:solidFill>
                  <a:srgbClr val="0A0A0A"/>
                </a:solidFill>
                <a:latin typeface="Arial"/>
                <a:ea typeface="Arial"/>
                <a:cs typeface="Arial"/>
              </a:defRPr>
            </a:lvl1pPr>
            <a:lvl2pPr>
              <a:defRPr sz="1050" b="1">
                <a:solidFill>
                  <a:srgbClr val="0A0A0A"/>
                </a:solidFill>
                <a:latin typeface="Arial"/>
                <a:ea typeface="Arial"/>
                <a:cs typeface="Arial"/>
              </a:defRPr>
            </a:lvl2pPr>
            <a:lvl3pPr>
              <a:defRPr sz="1050" b="1">
                <a:solidFill>
                  <a:srgbClr val="0A0A0A"/>
                </a:solidFill>
                <a:latin typeface="Arial"/>
                <a:ea typeface="Arial"/>
                <a:cs typeface="Arial"/>
              </a:defRPr>
            </a:lvl3pPr>
            <a:lvl4pPr>
              <a:defRPr sz="1050" b="1">
                <a:solidFill>
                  <a:srgbClr val="0A0A0A"/>
                </a:solidFill>
                <a:latin typeface="Arial"/>
                <a:ea typeface="Arial"/>
                <a:cs typeface="Arial"/>
              </a:defRPr>
            </a:lvl4pPr>
            <a:lvl5pPr>
              <a:defRPr sz="1050" b="1">
                <a:solidFill>
                  <a:srgbClr val="0A0A0A"/>
                </a:solidFill>
                <a:latin typeface="Arial"/>
                <a:ea typeface="Arial"/>
                <a:cs typeface="Arial"/>
              </a:defRPr>
            </a:lvl5pPr>
            <a:lvl6pPr>
              <a:defRPr sz="1050" b="1">
                <a:solidFill>
                  <a:srgbClr val="0A0A0A"/>
                </a:solidFill>
                <a:latin typeface="Arial"/>
                <a:ea typeface="Arial"/>
                <a:cs typeface="Arial"/>
              </a:defRPr>
            </a:lvl6pPr>
            <a:lvl7pPr>
              <a:defRPr sz="1050" b="1">
                <a:solidFill>
                  <a:srgbClr val="0A0A0A"/>
                </a:solidFill>
                <a:latin typeface="Arial"/>
                <a:ea typeface="Arial"/>
                <a:cs typeface="Arial"/>
              </a:defRPr>
            </a:lvl7pPr>
            <a:lvl8pPr>
              <a:defRPr sz="1050" b="1">
                <a:solidFill>
                  <a:srgbClr val="0A0A0A"/>
                </a:solidFill>
                <a:latin typeface="Arial"/>
                <a:ea typeface="Arial"/>
                <a:cs typeface="Arial"/>
              </a:defRPr>
            </a:lvl8pPr>
            <a:lvl9pPr>
              <a:defRPr sz="1050" b="1">
                <a:solidFill>
                  <a:srgbClr val="0A0A0A"/>
                </a:solidFill>
                <a:latin typeface="Arial"/>
                <a:ea typeface="Arial"/>
                <a:cs typeface="Arial"/>
              </a:defRPr>
            </a:lvl9pPr>
          </a:lstStyle>
          <a:p xmlns:a="http://schemas.openxmlformats.org/drawingml/2006/main">
            <a:pPr>
              <a:defRPr sz="1050" b="1">
                <a:solidFill>
                  <a:srgbClr val="0A0A0A"/>
                </a:solidFill>
                <a:latin typeface="Arial"/>
                <a:ea typeface="Arial"/>
                <a:cs typeface="Arial"/>
              </a:defRPr>
            </a:pPr>
            <a:r>
              <a:rPr sz="1050" b="1">
                <a:solidFill>
                  <a:srgbClr val="0A0A0A"/>
                </a:solidFill>
                <a:latin typeface="Arial"/>
                <a:ea typeface="Arial"/>
                <a:cs typeface="Arial"/>
              </a:rPr>
              <a:t>Explainable AI (SHAP)</a:t>
            </a:r>
          </a:p>
        </p:txBody>
      </p:sp>
      <p:sp>
        <p:nvSpPr>
          <p:cNvPr id="39" name="text-39">
            <a:extLst xmlns:a="http://schemas.openxmlformats.org/drawingml/2006/main">
              <a:ext uri="{FF2B5EF4-FFF2-40B4-BE49-F238E27FC236}">
                <a16:creationId xmlns:a16="http://schemas.microsoft.com/office/drawing/2014/main" id="{9369C092-44D6-4F2E-BF77-3B71B0825114}"/>
              </a:ext>
            </a:extLst>
          </p:cNvPr>
          <p:cNvSpPr>
            <a:spLocks xmlns:a="http://schemas.openxmlformats.org/drawingml/2006/main" noGrp="1"/>
          </p:cNvSpPr>
          <p:nvPr/>
        </p:nvSpPr>
        <p:spPr>
          <a:xfrm xmlns:a="http://schemas.openxmlformats.org/drawingml/2006/main">
            <a:off x="3905250" y="3200400"/>
            <a:ext cx="3313372"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Global summary + local waterfall plots</a:t>
            </a:r>
          </a:p>
        </p:txBody>
      </p:sp>
      <p:sp>
        <p:nvSpPr>
          <p:cNvPr id="40" name="">
            <a:extLst xmlns:a="http://schemas.openxmlformats.org/drawingml/2006/main">
              <a:ext uri="{FF2B5EF4-FFF2-40B4-BE49-F238E27FC236}">
                <a16:creationId xmlns:a16="http://schemas.microsoft.com/office/drawing/2014/main" id="{F0535E3C-C166-411E-AE3A-CBA2A1E064FF}"/>
              </a:ext>
            </a:extLst>
          </p:cNvPr>
          <p:cNvSpPr>
            <a:spLocks xmlns:a="http://schemas.openxmlformats.org/drawingml/2006/main" noGrp="1"/>
          </p:cNvSpPr>
          <p:nvPr/>
        </p:nvSpPr>
        <p:spPr>
          <a:xfrm xmlns:a="http://schemas.openxmlformats.org/drawingml/2006/main">
            <a:off x="677232" y="3487107"/>
            <a:ext cx="188585" cy="188586"/>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218A011-89F0-42BE-85A5-B7B7612D136C}"/>
              </a:ext>
            </a:extLst>
          </p:cNvPr>
          <p:cNvSpPr>
            <a:spLocks xmlns:a="http://schemas.openxmlformats.org/drawingml/2006/main" noGrp="1"/>
          </p:cNvSpPr>
          <p:nvPr/>
        </p:nvSpPr>
        <p:spPr>
          <a:xfrm xmlns:a="http://schemas.openxmlformats.org/drawingml/2006/main">
            <a:off x="1085850" y="3476625"/>
            <a:ext cx="10534650" cy="304800"/>
          </a:xfrm>
          <a:prstGeom xmlns:a="http://schemas.openxmlformats.org/drawingml/2006/main" prst="rect">
            <a:avLst/>
          </a:prstGeom>
          <a:solidFill xmlns:a="http://schemas.openxmlformats.org/drawingml/2006/main">
            <a:srgbClr val="F2F2ED"/>
          </a:solidFill>
          <a:ln xmlns:a="http://schemas.openxmlformats.org/drawingml/2006/main" w="0">
            <a:noFill/>
            <a:prstDash val="solid"/>
          </a:ln>
        </p:spPr>
      </p:sp>
      <p:sp>
        <p:nvSpPr>
          <p:cNvPr id="42" name="text-42">
            <a:extLst xmlns:a="http://schemas.openxmlformats.org/drawingml/2006/main">
              <a:ext uri="{FF2B5EF4-FFF2-40B4-BE49-F238E27FC236}">
                <a16:creationId xmlns:a16="http://schemas.microsoft.com/office/drawing/2014/main" id="{9A63F791-9030-4C14-89C7-F0815C86119F}"/>
              </a:ext>
            </a:extLst>
          </p:cNvPr>
          <p:cNvSpPr>
            <a:spLocks xmlns:a="http://schemas.openxmlformats.org/drawingml/2006/main" noGrp="1"/>
          </p:cNvSpPr>
          <p:nvPr/>
        </p:nvSpPr>
        <p:spPr>
          <a:xfrm xmlns:a="http://schemas.openxmlformats.org/drawingml/2006/main">
            <a:off x="1219200" y="357187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02FA7"/>
                </a:solidFill>
                <a:latin typeface="Courier New"/>
                <a:ea typeface="Courier New"/>
                <a:cs typeface="Courier New"/>
              </a:defRPr>
            </a:defPPr>
            <a:lvl1pPr>
              <a:defRPr sz="825" b="1">
                <a:solidFill>
                  <a:srgbClr val="002FA7"/>
                </a:solidFill>
                <a:latin typeface="Courier New"/>
                <a:ea typeface="Courier New"/>
                <a:cs typeface="Courier New"/>
              </a:defRPr>
            </a:lvl1pPr>
            <a:lvl2pPr>
              <a:defRPr sz="825" b="1">
                <a:solidFill>
                  <a:srgbClr val="002FA7"/>
                </a:solidFill>
                <a:latin typeface="Courier New"/>
                <a:ea typeface="Courier New"/>
                <a:cs typeface="Courier New"/>
              </a:defRPr>
            </a:lvl2pPr>
            <a:lvl3pPr>
              <a:defRPr sz="825" b="1">
                <a:solidFill>
                  <a:srgbClr val="002FA7"/>
                </a:solidFill>
                <a:latin typeface="Courier New"/>
                <a:ea typeface="Courier New"/>
                <a:cs typeface="Courier New"/>
              </a:defRPr>
            </a:lvl3pPr>
            <a:lvl4pPr>
              <a:defRPr sz="825" b="1">
                <a:solidFill>
                  <a:srgbClr val="002FA7"/>
                </a:solidFill>
                <a:latin typeface="Courier New"/>
                <a:ea typeface="Courier New"/>
                <a:cs typeface="Courier New"/>
              </a:defRPr>
            </a:lvl4pPr>
            <a:lvl5pPr>
              <a:defRPr sz="825" b="1">
                <a:solidFill>
                  <a:srgbClr val="002FA7"/>
                </a:solidFill>
                <a:latin typeface="Courier New"/>
                <a:ea typeface="Courier New"/>
                <a:cs typeface="Courier New"/>
              </a:defRPr>
            </a:lvl5pPr>
            <a:lvl6pPr>
              <a:defRPr sz="825" b="1">
                <a:solidFill>
                  <a:srgbClr val="002FA7"/>
                </a:solidFill>
                <a:latin typeface="Courier New"/>
                <a:ea typeface="Courier New"/>
                <a:cs typeface="Courier New"/>
              </a:defRPr>
            </a:lvl6pPr>
            <a:lvl7pPr>
              <a:defRPr sz="825" b="1">
                <a:solidFill>
                  <a:srgbClr val="002FA7"/>
                </a:solidFill>
                <a:latin typeface="Courier New"/>
                <a:ea typeface="Courier New"/>
                <a:cs typeface="Courier New"/>
              </a:defRPr>
            </a:lvl7pPr>
            <a:lvl8pPr>
              <a:defRPr sz="825" b="1">
                <a:solidFill>
                  <a:srgbClr val="002FA7"/>
                </a:solidFill>
                <a:latin typeface="Courier New"/>
                <a:ea typeface="Courier New"/>
                <a:cs typeface="Courier New"/>
              </a:defRPr>
            </a:lvl8pPr>
            <a:lvl9pPr>
              <a:defRPr sz="825" b="1">
                <a:solidFill>
                  <a:srgbClr val="002FA7"/>
                </a:solidFill>
                <a:latin typeface="Courier New"/>
                <a:ea typeface="Courier New"/>
                <a:cs typeface="Courier New"/>
              </a:defRPr>
            </a:lvl9pPr>
          </a:lstStyle>
          <a:p xmlns:a="http://schemas.openxmlformats.org/drawingml/2006/main">
            <a:pPr>
              <a:defRPr sz="825" b="1">
                <a:solidFill>
                  <a:srgbClr val="002FA7"/>
                </a:solidFill>
                <a:latin typeface="Courier New"/>
                <a:ea typeface="Courier New"/>
                <a:cs typeface="Courier New"/>
              </a:defRPr>
            </a:pPr>
            <a:r>
              <a:rPr sz="825" b="1">
                <a:solidFill>
                  <a:srgbClr val="002FA7"/>
                </a:solidFill>
                <a:latin typeface="Courier New"/>
                <a:ea typeface="Courier New"/>
                <a:cs typeface="Courier New"/>
              </a:rPr>
              <a:t>PHASE 08</a:t>
            </a:r>
          </a:p>
        </p:txBody>
      </p:sp>
      <p:sp>
        <p:nvSpPr>
          <p:cNvPr id="43" name="text-43">
            <a:extLst xmlns:a="http://schemas.openxmlformats.org/drawingml/2006/main">
              <a:ext uri="{FF2B5EF4-FFF2-40B4-BE49-F238E27FC236}">
                <a16:creationId xmlns:a16="http://schemas.microsoft.com/office/drawing/2014/main" id="{1089ED1C-6666-419B-97A1-C57D7A2D4DBA}"/>
              </a:ext>
            </a:extLst>
          </p:cNvPr>
          <p:cNvSpPr>
            <a:spLocks xmlns:a="http://schemas.openxmlformats.org/drawingml/2006/main" noGrp="1"/>
          </p:cNvSpPr>
          <p:nvPr/>
        </p:nvSpPr>
        <p:spPr>
          <a:xfrm xmlns:a="http://schemas.openxmlformats.org/drawingml/2006/main">
            <a:off x="2038350" y="3552825"/>
            <a:ext cx="1676153"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0A0A0A"/>
                </a:solidFill>
                <a:latin typeface="Arial"/>
                <a:ea typeface="Arial"/>
                <a:cs typeface="Arial"/>
              </a:defRPr>
            </a:defPPr>
            <a:lvl1pPr>
              <a:defRPr sz="1050" b="1">
                <a:solidFill>
                  <a:srgbClr val="0A0A0A"/>
                </a:solidFill>
                <a:latin typeface="Arial"/>
                <a:ea typeface="Arial"/>
                <a:cs typeface="Arial"/>
              </a:defRPr>
            </a:lvl1pPr>
            <a:lvl2pPr>
              <a:defRPr sz="1050" b="1">
                <a:solidFill>
                  <a:srgbClr val="0A0A0A"/>
                </a:solidFill>
                <a:latin typeface="Arial"/>
                <a:ea typeface="Arial"/>
                <a:cs typeface="Arial"/>
              </a:defRPr>
            </a:lvl2pPr>
            <a:lvl3pPr>
              <a:defRPr sz="1050" b="1">
                <a:solidFill>
                  <a:srgbClr val="0A0A0A"/>
                </a:solidFill>
                <a:latin typeface="Arial"/>
                <a:ea typeface="Arial"/>
                <a:cs typeface="Arial"/>
              </a:defRPr>
            </a:lvl3pPr>
            <a:lvl4pPr>
              <a:defRPr sz="1050" b="1">
                <a:solidFill>
                  <a:srgbClr val="0A0A0A"/>
                </a:solidFill>
                <a:latin typeface="Arial"/>
                <a:ea typeface="Arial"/>
                <a:cs typeface="Arial"/>
              </a:defRPr>
            </a:lvl4pPr>
            <a:lvl5pPr>
              <a:defRPr sz="1050" b="1">
                <a:solidFill>
                  <a:srgbClr val="0A0A0A"/>
                </a:solidFill>
                <a:latin typeface="Arial"/>
                <a:ea typeface="Arial"/>
                <a:cs typeface="Arial"/>
              </a:defRPr>
            </a:lvl5pPr>
            <a:lvl6pPr>
              <a:defRPr sz="1050" b="1">
                <a:solidFill>
                  <a:srgbClr val="0A0A0A"/>
                </a:solidFill>
                <a:latin typeface="Arial"/>
                <a:ea typeface="Arial"/>
                <a:cs typeface="Arial"/>
              </a:defRPr>
            </a:lvl6pPr>
            <a:lvl7pPr>
              <a:defRPr sz="1050" b="1">
                <a:solidFill>
                  <a:srgbClr val="0A0A0A"/>
                </a:solidFill>
                <a:latin typeface="Arial"/>
                <a:ea typeface="Arial"/>
                <a:cs typeface="Arial"/>
              </a:defRPr>
            </a:lvl7pPr>
            <a:lvl8pPr>
              <a:defRPr sz="1050" b="1">
                <a:solidFill>
                  <a:srgbClr val="0A0A0A"/>
                </a:solidFill>
                <a:latin typeface="Arial"/>
                <a:ea typeface="Arial"/>
                <a:cs typeface="Arial"/>
              </a:defRPr>
            </a:lvl8pPr>
            <a:lvl9pPr>
              <a:defRPr sz="1050" b="1">
                <a:solidFill>
                  <a:srgbClr val="0A0A0A"/>
                </a:solidFill>
                <a:latin typeface="Arial"/>
                <a:ea typeface="Arial"/>
                <a:cs typeface="Arial"/>
              </a:defRPr>
            </a:lvl9pPr>
          </a:lstStyle>
          <a:p xmlns:a="http://schemas.openxmlformats.org/drawingml/2006/main">
            <a:pPr>
              <a:defRPr sz="1050" b="1">
                <a:solidFill>
                  <a:srgbClr val="0A0A0A"/>
                </a:solidFill>
                <a:latin typeface="Arial"/>
                <a:ea typeface="Arial"/>
                <a:cs typeface="Arial"/>
              </a:defRPr>
            </a:pPr>
            <a:r>
              <a:rPr sz="1050" b="1">
                <a:solidFill>
                  <a:srgbClr val="0A0A0A"/>
                </a:solidFill>
                <a:latin typeface="Arial"/>
                <a:ea typeface="Arial"/>
                <a:cs typeface="Arial"/>
              </a:rPr>
              <a:t>Testing &amp; Validation</a:t>
            </a:r>
          </a:p>
        </p:txBody>
      </p:sp>
      <p:sp>
        <p:nvSpPr>
          <p:cNvPr id="44" name="text-44">
            <a:extLst xmlns:a="http://schemas.openxmlformats.org/drawingml/2006/main">
              <a:ext uri="{FF2B5EF4-FFF2-40B4-BE49-F238E27FC236}">
                <a16:creationId xmlns:a16="http://schemas.microsoft.com/office/drawing/2014/main" id="{7BF26024-BC6F-4454-87A8-B4E55423B973}"/>
              </a:ext>
            </a:extLst>
          </p:cNvPr>
          <p:cNvSpPr>
            <a:spLocks xmlns:a="http://schemas.openxmlformats.org/drawingml/2006/main" noGrp="1"/>
          </p:cNvSpPr>
          <p:nvPr/>
        </p:nvSpPr>
        <p:spPr>
          <a:xfrm xmlns:a="http://schemas.openxmlformats.org/drawingml/2006/main">
            <a:off x="3905250" y="3562350"/>
            <a:ext cx="4150048"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666666"/>
                </a:solidFill>
                <a:latin typeface="Courier New"/>
                <a:ea typeface="Courier New"/>
                <a:cs typeface="Courier New"/>
              </a:defRPr>
            </a:defPPr>
            <a:lvl1pPr>
              <a:defRPr sz="900" b="0">
                <a:solidFill>
                  <a:srgbClr val="666666"/>
                </a:solidFill>
                <a:latin typeface="Courier New"/>
                <a:ea typeface="Courier New"/>
                <a:cs typeface="Courier New"/>
              </a:defRPr>
            </a:lvl1pPr>
            <a:lvl2pPr>
              <a:defRPr sz="900" b="0">
                <a:solidFill>
                  <a:srgbClr val="666666"/>
                </a:solidFill>
                <a:latin typeface="Courier New"/>
                <a:ea typeface="Courier New"/>
                <a:cs typeface="Courier New"/>
              </a:defRPr>
            </a:lvl2pPr>
            <a:lvl3pPr>
              <a:defRPr sz="900" b="0">
                <a:solidFill>
                  <a:srgbClr val="666666"/>
                </a:solidFill>
                <a:latin typeface="Courier New"/>
                <a:ea typeface="Courier New"/>
                <a:cs typeface="Courier New"/>
              </a:defRPr>
            </a:lvl3pPr>
            <a:lvl4pPr>
              <a:defRPr sz="900" b="0">
                <a:solidFill>
                  <a:srgbClr val="666666"/>
                </a:solidFill>
                <a:latin typeface="Courier New"/>
                <a:ea typeface="Courier New"/>
                <a:cs typeface="Courier New"/>
              </a:defRPr>
            </a:lvl4pPr>
            <a:lvl5pPr>
              <a:defRPr sz="900" b="0">
                <a:solidFill>
                  <a:srgbClr val="666666"/>
                </a:solidFill>
                <a:latin typeface="Courier New"/>
                <a:ea typeface="Courier New"/>
                <a:cs typeface="Courier New"/>
              </a:defRPr>
            </a:lvl5pPr>
            <a:lvl6pPr>
              <a:defRPr sz="900" b="0">
                <a:solidFill>
                  <a:srgbClr val="666666"/>
                </a:solidFill>
                <a:latin typeface="Courier New"/>
                <a:ea typeface="Courier New"/>
                <a:cs typeface="Courier New"/>
              </a:defRPr>
            </a:lvl6pPr>
            <a:lvl7pPr>
              <a:defRPr sz="900" b="0">
                <a:solidFill>
                  <a:srgbClr val="666666"/>
                </a:solidFill>
                <a:latin typeface="Courier New"/>
                <a:ea typeface="Courier New"/>
                <a:cs typeface="Courier New"/>
              </a:defRPr>
            </a:lvl7pPr>
            <a:lvl8pPr>
              <a:defRPr sz="900" b="0">
                <a:solidFill>
                  <a:srgbClr val="666666"/>
                </a:solidFill>
                <a:latin typeface="Courier New"/>
                <a:ea typeface="Courier New"/>
                <a:cs typeface="Courier New"/>
              </a:defRPr>
            </a:lvl8pPr>
            <a:lvl9pPr>
              <a:defRPr sz="900" b="0">
                <a:solidFill>
                  <a:srgbClr val="666666"/>
                </a:solidFill>
                <a:latin typeface="Courier New"/>
                <a:ea typeface="Courier New"/>
                <a:cs typeface="Courier New"/>
              </a:defRPr>
            </a:lvl9pPr>
          </a:lstStyle>
          <a:p xmlns:a="http://schemas.openxmlformats.org/drawingml/2006/main">
            <a:pPr>
              <a:defRPr sz="900" b="0">
                <a:solidFill>
                  <a:srgbClr val="666666"/>
                </a:solidFill>
                <a:latin typeface="Courier New"/>
                <a:ea typeface="Courier New"/>
                <a:cs typeface="Courier New"/>
              </a:defRPr>
            </a:pPr>
            <a:r>
              <a:rPr sz="900" b="0">
                <a:solidFill>
                  <a:srgbClr val="666666"/>
                </a:solidFill>
                <a:latin typeface="Courier New"/>
                <a:ea typeface="Courier New"/>
                <a:cs typeface="Courier New"/>
              </a:rPr>
              <a:t>Cross-validation, overfitting checks, robustness</a:t>
            </a:r>
          </a:p>
        </p:txBody>
      </p:sp>
      <p:sp>
        <p:nvSpPr>
          <p:cNvPr id="45" name="">
            <a:extLst xmlns:a="http://schemas.openxmlformats.org/drawingml/2006/main">
              <a:ext uri="{FF2B5EF4-FFF2-40B4-BE49-F238E27FC236}">
                <a16:creationId xmlns:a16="http://schemas.microsoft.com/office/drawing/2014/main" id="{20BED774-66D7-48DC-9674-BA8507D0CCC7}"/>
              </a:ext>
            </a:extLst>
          </p:cNvPr>
          <p:cNvSpPr>
            <a:spLocks xmlns:a="http://schemas.openxmlformats.org/drawingml/2006/main" noGrp="1"/>
          </p:cNvSpPr>
          <p:nvPr/>
        </p:nvSpPr>
        <p:spPr>
          <a:xfrm xmlns:a="http://schemas.openxmlformats.org/drawingml/2006/main">
            <a:off x="677232" y="3849057"/>
            <a:ext cx="188585" cy="188586"/>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FA250646-91F3-40F1-A605-0A9BF0E126EF}"/>
              </a:ext>
            </a:extLst>
          </p:cNvPr>
          <p:cNvSpPr>
            <a:spLocks xmlns:a="http://schemas.openxmlformats.org/drawingml/2006/main" noGrp="1"/>
          </p:cNvSpPr>
          <p:nvPr/>
        </p:nvSpPr>
        <p:spPr>
          <a:xfrm xmlns:a="http://schemas.openxmlformats.org/drawingml/2006/main">
            <a:off x="1085850" y="3838575"/>
            <a:ext cx="10534650" cy="304800"/>
          </a:xfrm>
          <a:prstGeom xmlns:a="http://schemas.openxmlformats.org/drawingml/2006/main" prst="rect">
            <a:avLst/>
          </a:prstGeom>
          <a:solidFill xmlns:a="http://schemas.openxmlformats.org/drawingml/2006/main">
            <a:srgbClr val="002FA7"/>
          </a:solidFill>
          <a:ln xmlns:a="http://schemas.openxmlformats.org/drawingml/2006/main" w="0">
            <a:noFill/>
            <a:prstDash val="solid"/>
          </a:ln>
        </p:spPr>
      </p:sp>
      <p:sp>
        <p:nvSpPr>
          <p:cNvPr id="47" name="text-47">
            <a:extLst xmlns:a="http://schemas.openxmlformats.org/drawingml/2006/main">
              <a:ext uri="{FF2B5EF4-FFF2-40B4-BE49-F238E27FC236}">
                <a16:creationId xmlns:a16="http://schemas.microsoft.com/office/drawing/2014/main" id="{087A3368-AB07-4F38-8AFA-24741858DD64}"/>
              </a:ext>
            </a:extLst>
          </p:cNvPr>
          <p:cNvSpPr>
            <a:spLocks xmlns:a="http://schemas.openxmlformats.org/drawingml/2006/main" noGrp="1"/>
          </p:cNvSpPr>
          <p:nvPr/>
        </p:nvSpPr>
        <p:spPr>
          <a:xfrm xmlns:a="http://schemas.openxmlformats.org/drawingml/2006/main">
            <a:off x="1219200" y="3933825"/>
            <a:ext cx="747058"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CCD5ED"/>
                </a:solidFill>
                <a:latin typeface="Courier New"/>
                <a:ea typeface="Courier New"/>
                <a:cs typeface="Courier New"/>
              </a:defRPr>
            </a:defPPr>
            <a:lvl1pPr>
              <a:defRPr sz="825" b="1">
                <a:solidFill>
                  <a:srgbClr val="CCD5ED"/>
                </a:solidFill>
                <a:latin typeface="Courier New"/>
                <a:ea typeface="Courier New"/>
                <a:cs typeface="Courier New"/>
              </a:defRPr>
            </a:lvl1pPr>
            <a:lvl2pPr>
              <a:defRPr sz="825" b="1">
                <a:solidFill>
                  <a:srgbClr val="CCD5ED"/>
                </a:solidFill>
                <a:latin typeface="Courier New"/>
                <a:ea typeface="Courier New"/>
                <a:cs typeface="Courier New"/>
              </a:defRPr>
            </a:lvl2pPr>
            <a:lvl3pPr>
              <a:defRPr sz="825" b="1">
                <a:solidFill>
                  <a:srgbClr val="CCD5ED"/>
                </a:solidFill>
                <a:latin typeface="Courier New"/>
                <a:ea typeface="Courier New"/>
                <a:cs typeface="Courier New"/>
              </a:defRPr>
            </a:lvl3pPr>
            <a:lvl4pPr>
              <a:defRPr sz="825" b="1">
                <a:solidFill>
                  <a:srgbClr val="CCD5ED"/>
                </a:solidFill>
                <a:latin typeface="Courier New"/>
                <a:ea typeface="Courier New"/>
                <a:cs typeface="Courier New"/>
              </a:defRPr>
            </a:lvl4pPr>
            <a:lvl5pPr>
              <a:defRPr sz="825" b="1">
                <a:solidFill>
                  <a:srgbClr val="CCD5ED"/>
                </a:solidFill>
                <a:latin typeface="Courier New"/>
                <a:ea typeface="Courier New"/>
                <a:cs typeface="Courier New"/>
              </a:defRPr>
            </a:lvl5pPr>
            <a:lvl6pPr>
              <a:defRPr sz="825" b="1">
                <a:solidFill>
                  <a:srgbClr val="CCD5ED"/>
                </a:solidFill>
                <a:latin typeface="Courier New"/>
                <a:ea typeface="Courier New"/>
                <a:cs typeface="Courier New"/>
              </a:defRPr>
            </a:lvl6pPr>
            <a:lvl7pPr>
              <a:defRPr sz="825" b="1">
                <a:solidFill>
                  <a:srgbClr val="CCD5ED"/>
                </a:solidFill>
                <a:latin typeface="Courier New"/>
                <a:ea typeface="Courier New"/>
                <a:cs typeface="Courier New"/>
              </a:defRPr>
            </a:lvl7pPr>
            <a:lvl8pPr>
              <a:defRPr sz="825" b="1">
                <a:solidFill>
                  <a:srgbClr val="CCD5ED"/>
                </a:solidFill>
                <a:latin typeface="Courier New"/>
                <a:ea typeface="Courier New"/>
                <a:cs typeface="Courier New"/>
              </a:defRPr>
            </a:lvl8pPr>
            <a:lvl9pPr>
              <a:defRPr sz="825" b="1">
                <a:solidFill>
                  <a:srgbClr val="CCD5ED"/>
                </a:solidFill>
                <a:latin typeface="Courier New"/>
                <a:ea typeface="Courier New"/>
                <a:cs typeface="Courier New"/>
              </a:defRPr>
            </a:lvl9pPr>
          </a:lstStyle>
          <a:p xmlns:a="http://schemas.openxmlformats.org/drawingml/2006/main">
            <a:pPr>
              <a:defRPr sz="825" b="1">
                <a:solidFill>
                  <a:srgbClr val="CCD5ED"/>
                </a:solidFill>
                <a:latin typeface="Courier New"/>
                <a:ea typeface="Courier New"/>
                <a:cs typeface="Courier New"/>
              </a:defRPr>
            </a:pPr>
            <a:r>
              <a:rPr sz="825" b="1">
                <a:solidFill>
                  <a:srgbClr val="CCD5ED"/>
                </a:solidFill>
                <a:latin typeface="Courier New"/>
                <a:ea typeface="Courier New"/>
                <a:cs typeface="Courier New"/>
              </a:rPr>
              <a:t>PHASE 09</a:t>
            </a:r>
          </a:p>
        </p:txBody>
      </p:sp>
      <p:sp>
        <p:nvSpPr>
          <p:cNvPr id="48" name="text-48">
            <a:extLst xmlns:a="http://schemas.openxmlformats.org/drawingml/2006/main">
              <a:ext uri="{FF2B5EF4-FFF2-40B4-BE49-F238E27FC236}">
                <a16:creationId xmlns:a16="http://schemas.microsoft.com/office/drawing/2014/main" id="{E315C487-07B8-41EC-A8E9-FD2F78B74BE0}"/>
              </a:ext>
            </a:extLst>
          </p:cNvPr>
          <p:cNvSpPr>
            <a:spLocks xmlns:a="http://schemas.openxmlformats.org/drawingml/2006/main" noGrp="1"/>
          </p:cNvSpPr>
          <p:nvPr/>
        </p:nvSpPr>
        <p:spPr>
          <a:xfrm xmlns:a="http://schemas.openxmlformats.org/drawingml/2006/main">
            <a:off x="2038350" y="3914775"/>
            <a:ext cx="2085957"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1">
                <a:solidFill>
                  <a:srgbClr val="FFFFFF"/>
                </a:solidFill>
                <a:latin typeface="Arial"/>
                <a:ea typeface="Arial"/>
                <a:cs typeface="Arial"/>
              </a:defRPr>
            </a:defPPr>
            <a:lvl1pPr>
              <a:defRPr sz="1050" b="1">
                <a:solidFill>
                  <a:srgbClr val="FFFFFF"/>
                </a:solidFill>
                <a:latin typeface="Arial"/>
                <a:ea typeface="Arial"/>
                <a:cs typeface="Arial"/>
              </a:defRPr>
            </a:lvl1pPr>
            <a:lvl2pPr>
              <a:defRPr sz="1050" b="1">
                <a:solidFill>
                  <a:srgbClr val="FFFFFF"/>
                </a:solidFill>
                <a:latin typeface="Arial"/>
                <a:ea typeface="Arial"/>
                <a:cs typeface="Arial"/>
              </a:defRPr>
            </a:lvl2pPr>
            <a:lvl3pPr>
              <a:defRPr sz="1050" b="1">
                <a:solidFill>
                  <a:srgbClr val="FFFFFF"/>
                </a:solidFill>
                <a:latin typeface="Arial"/>
                <a:ea typeface="Arial"/>
                <a:cs typeface="Arial"/>
              </a:defRPr>
            </a:lvl3pPr>
            <a:lvl4pPr>
              <a:defRPr sz="1050" b="1">
                <a:solidFill>
                  <a:srgbClr val="FFFFFF"/>
                </a:solidFill>
                <a:latin typeface="Arial"/>
                <a:ea typeface="Arial"/>
                <a:cs typeface="Arial"/>
              </a:defRPr>
            </a:lvl4pPr>
            <a:lvl5pPr>
              <a:defRPr sz="1050" b="1">
                <a:solidFill>
                  <a:srgbClr val="FFFFFF"/>
                </a:solidFill>
                <a:latin typeface="Arial"/>
                <a:ea typeface="Arial"/>
                <a:cs typeface="Arial"/>
              </a:defRPr>
            </a:lvl5pPr>
            <a:lvl6pPr>
              <a:defRPr sz="1050" b="1">
                <a:solidFill>
                  <a:srgbClr val="FFFFFF"/>
                </a:solidFill>
                <a:latin typeface="Arial"/>
                <a:ea typeface="Arial"/>
                <a:cs typeface="Arial"/>
              </a:defRPr>
            </a:lvl6pPr>
            <a:lvl7pPr>
              <a:defRPr sz="1050" b="1">
                <a:solidFill>
                  <a:srgbClr val="FFFFFF"/>
                </a:solidFill>
                <a:latin typeface="Arial"/>
                <a:ea typeface="Arial"/>
                <a:cs typeface="Arial"/>
              </a:defRPr>
            </a:lvl7pPr>
            <a:lvl8pPr>
              <a:defRPr sz="1050" b="1">
                <a:solidFill>
                  <a:srgbClr val="FFFFFF"/>
                </a:solidFill>
                <a:latin typeface="Arial"/>
                <a:ea typeface="Arial"/>
                <a:cs typeface="Arial"/>
              </a:defRPr>
            </a:lvl8pPr>
            <a:lvl9pPr>
              <a:defRPr sz="1050" b="1">
                <a:solidFill>
                  <a:srgbClr val="FFFFFF"/>
                </a:solidFill>
                <a:latin typeface="Arial"/>
                <a:ea typeface="Arial"/>
                <a:cs typeface="Arial"/>
              </a:defRPr>
            </a:lvl9pPr>
          </a:lstStyle>
          <a:p xmlns:a="http://schemas.openxmlformats.org/drawingml/2006/main">
            <a:pPr>
              <a:defRPr sz="1050" b="1">
                <a:solidFill>
                  <a:srgbClr val="FFFFFF"/>
                </a:solidFill>
                <a:latin typeface="Arial"/>
                <a:ea typeface="Arial"/>
                <a:cs typeface="Arial"/>
              </a:defRPr>
            </a:pPr>
            <a:r>
              <a:rPr sz="1050" b="1">
                <a:solidFill>
                  <a:srgbClr val="FFFFFF"/>
                </a:solidFill>
                <a:latin typeface="Arial"/>
                <a:ea typeface="Arial"/>
                <a:cs typeface="Arial"/>
              </a:rPr>
              <a:t>Documentation &amp; Review</a:t>
            </a:r>
          </a:p>
        </p:txBody>
      </p:sp>
      <p:sp>
        <p:nvSpPr>
          <p:cNvPr id="49" name="text-49">
            <a:extLst xmlns:a="http://schemas.openxmlformats.org/drawingml/2006/main">
              <a:ext uri="{FF2B5EF4-FFF2-40B4-BE49-F238E27FC236}">
                <a16:creationId xmlns:a16="http://schemas.microsoft.com/office/drawing/2014/main" id="{C611B619-3959-4ACF-B310-B76CCA831747}"/>
              </a:ext>
            </a:extLst>
          </p:cNvPr>
          <p:cNvSpPr>
            <a:spLocks xmlns:a="http://schemas.openxmlformats.org/drawingml/2006/main" noGrp="1"/>
          </p:cNvSpPr>
          <p:nvPr/>
        </p:nvSpPr>
        <p:spPr>
          <a:xfrm xmlns:a="http://schemas.openxmlformats.org/drawingml/2006/main">
            <a:off x="3905250" y="3924300"/>
            <a:ext cx="373171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B3C1E5"/>
                </a:solidFill>
                <a:latin typeface="Courier New"/>
                <a:ea typeface="Courier New"/>
                <a:cs typeface="Courier New"/>
              </a:defRPr>
            </a:defPPr>
            <a:lvl1pPr>
              <a:defRPr sz="900" b="0">
                <a:solidFill>
                  <a:srgbClr val="B3C1E5"/>
                </a:solidFill>
                <a:latin typeface="Courier New"/>
                <a:ea typeface="Courier New"/>
                <a:cs typeface="Courier New"/>
              </a:defRPr>
            </a:lvl1pPr>
            <a:lvl2pPr>
              <a:defRPr sz="900" b="0">
                <a:solidFill>
                  <a:srgbClr val="B3C1E5"/>
                </a:solidFill>
                <a:latin typeface="Courier New"/>
                <a:ea typeface="Courier New"/>
                <a:cs typeface="Courier New"/>
              </a:defRPr>
            </a:lvl2pPr>
            <a:lvl3pPr>
              <a:defRPr sz="900" b="0">
                <a:solidFill>
                  <a:srgbClr val="B3C1E5"/>
                </a:solidFill>
                <a:latin typeface="Courier New"/>
                <a:ea typeface="Courier New"/>
                <a:cs typeface="Courier New"/>
              </a:defRPr>
            </a:lvl3pPr>
            <a:lvl4pPr>
              <a:defRPr sz="900" b="0">
                <a:solidFill>
                  <a:srgbClr val="B3C1E5"/>
                </a:solidFill>
                <a:latin typeface="Courier New"/>
                <a:ea typeface="Courier New"/>
                <a:cs typeface="Courier New"/>
              </a:defRPr>
            </a:lvl4pPr>
            <a:lvl5pPr>
              <a:defRPr sz="900" b="0">
                <a:solidFill>
                  <a:srgbClr val="B3C1E5"/>
                </a:solidFill>
                <a:latin typeface="Courier New"/>
                <a:ea typeface="Courier New"/>
                <a:cs typeface="Courier New"/>
              </a:defRPr>
            </a:lvl5pPr>
            <a:lvl6pPr>
              <a:defRPr sz="900" b="0">
                <a:solidFill>
                  <a:srgbClr val="B3C1E5"/>
                </a:solidFill>
                <a:latin typeface="Courier New"/>
                <a:ea typeface="Courier New"/>
                <a:cs typeface="Courier New"/>
              </a:defRPr>
            </a:lvl6pPr>
            <a:lvl7pPr>
              <a:defRPr sz="900" b="0">
                <a:solidFill>
                  <a:srgbClr val="B3C1E5"/>
                </a:solidFill>
                <a:latin typeface="Courier New"/>
                <a:ea typeface="Courier New"/>
                <a:cs typeface="Courier New"/>
              </a:defRPr>
            </a:lvl7pPr>
            <a:lvl8pPr>
              <a:defRPr sz="900" b="0">
                <a:solidFill>
                  <a:srgbClr val="B3C1E5"/>
                </a:solidFill>
                <a:latin typeface="Courier New"/>
                <a:ea typeface="Courier New"/>
                <a:cs typeface="Courier New"/>
              </a:defRPr>
            </a:lvl8pPr>
            <a:lvl9pPr>
              <a:defRPr sz="900" b="0">
                <a:solidFill>
                  <a:srgbClr val="B3C1E5"/>
                </a:solidFill>
                <a:latin typeface="Courier New"/>
                <a:ea typeface="Courier New"/>
                <a:cs typeface="Courier New"/>
              </a:defRPr>
            </a:lvl9pPr>
          </a:lstStyle>
          <a:p xmlns:a="http://schemas.openxmlformats.org/drawingml/2006/main">
            <a:pPr>
              <a:defRPr sz="900" b="0">
                <a:solidFill>
                  <a:srgbClr val="B3C1E5"/>
                </a:solidFill>
                <a:latin typeface="Courier New"/>
                <a:ea typeface="Courier New"/>
                <a:cs typeface="Courier New"/>
              </a:defRPr>
            </a:pPr>
            <a:r>
              <a:rPr sz="900" b="0">
                <a:solidFill>
                  <a:srgbClr val="B3C1E5"/>
                </a:solidFill>
                <a:latin typeface="Courier New"/>
                <a:ea typeface="Courier New"/>
                <a:cs typeface="Courier New"/>
              </a:rPr>
              <a:t>Final report, presentation, code repository</a:t>
            </a:r>
          </a:p>
        </p:txBody>
      </p:sp>
      <p:sp>
        <p:nvSpPr>
          <p:cNvPr id="50" name="text-50">
            <a:extLst xmlns:a="http://schemas.openxmlformats.org/drawingml/2006/main">
              <a:ext uri="{FF2B5EF4-FFF2-40B4-BE49-F238E27FC236}">
                <a16:creationId xmlns:a16="http://schemas.microsoft.com/office/drawing/2014/main" id="{7DF22656-5A83-4E9D-BB81-F966F7C51004}"/>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0A0A0A"/>
                </a:solidFill>
                <a:latin typeface="Courier New"/>
                <a:ea typeface="Courier New"/>
                <a:cs typeface="Courier New"/>
              </a:defRPr>
            </a:defPPr>
            <a:lvl1pPr>
              <a:defRPr sz="825" b="0">
                <a:solidFill>
                  <a:srgbClr val="0A0A0A"/>
                </a:solidFill>
                <a:latin typeface="Courier New"/>
                <a:ea typeface="Courier New"/>
                <a:cs typeface="Courier New"/>
              </a:defRPr>
            </a:lvl1pPr>
            <a:lvl2pPr>
              <a:defRPr sz="825" b="0">
                <a:solidFill>
                  <a:srgbClr val="0A0A0A"/>
                </a:solidFill>
                <a:latin typeface="Courier New"/>
                <a:ea typeface="Courier New"/>
                <a:cs typeface="Courier New"/>
              </a:defRPr>
            </a:lvl2pPr>
            <a:lvl3pPr>
              <a:defRPr sz="825" b="0">
                <a:solidFill>
                  <a:srgbClr val="0A0A0A"/>
                </a:solidFill>
                <a:latin typeface="Courier New"/>
                <a:ea typeface="Courier New"/>
                <a:cs typeface="Courier New"/>
              </a:defRPr>
            </a:lvl3pPr>
            <a:lvl4pPr>
              <a:defRPr sz="825" b="0">
                <a:solidFill>
                  <a:srgbClr val="0A0A0A"/>
                </a:solidFill>
                <a:latin typeface="Courier New"/>
                <a:ea typeface="Courier New"/>
                <a:cs typeface="Courier New"/>
              </a:defRPr>
            </a:lvl4pPr>
            <a:lvl5pPr>
              <a:defRPr sz="825" b="0">
                <a:solidFill>
                  <a:srgbClr val="0A0A0A"/>
                </a:solidFill>
                <a:latin typeface="Courier New"/>
                <a:ea typeface="Courier New"/>
                <a:cs typeface="Courier New"/>
              </a:defRPr>
            </a:lvl5pPr>
            <a:lvl6pPr>
              <a:defRPr sz="825" b="0">
                <a:solidFill>
                  <a:srgbClr val="0A0A0A"/>
                </a:solidFill>
                <a:latin typeface="Courier New"/>
                <a:ea typeface="Courier New"/>
                <a:cs typeface="Courier New"/>
              </a:defRPr>
            </a:lvl6pPr>
            <a:lvl7pPr>
              <a:defRPr sz="825" b="0">
                <a:solidFill>
                  <a:srgbClr val="0A0A0A"/>
                </a:solidFill>
                <a:latin typeface="Courier New"/>
                <a:ea typeface="Courier New"/>
                <a:cs typeface="Courier New"/>
              </a:defRPr>
            </a:lvl7pPr>
            <a:lvl8pPr>
              <a:defRPr sz="825" b="0">
                <a:solidFill>
                  <a:srgbClr val="0A0A0A"/>
                </a:solidFill>
                <a:latin typeface="Courier New"/>
                <a:ea typeface="Courier New"/>
                <a:cs typeface="Courier New"/>
              </a:defRPr>
            </a:lvl8pPr>
            <a:lvl9pPr>
              <a:defRPr sz="825" b="0">
                <a:solidFill>
                  <a:srgbClr val="0A0A0A"/>
                </a:solidFill>
                <a:latin typeface="Courier New"/>
                <a:ea typeface="Courier New"/>
                <a:cs typeface="Courier New"/>
              </a:defRPr>
            </a:lvl9pPr>
          </a:lstStyle>
          <a:p xmlns:a="http://schemas.openxmlformats.org/drawingml/2006/main">
            <a:pPr>
              <a:defRPr sz="825" b="0">
                <a:solidFill>
                  <a:srgbClr val="0A0A0A"/>
                </a:solidFill>
                <a:latin typeface="Courier New"/>
                <a:ea typeface="Courier New"/>
                <a:cs typeface="Courier New"/>
              </a:defRPr>
            </a:pPr>
            <a:r>
              <a:rPr sz="825" b="0">
                <a:solidFill>
                  <a:srgbClr val="0A0A0A"/>
                </a:solidFill>
                <a:latin typeface="Courier New"/>
                <a:ea typeface="Courier New"/>
                <a:cs typeface="Courier New"/>
              </a:rPr>
              <a:t>LESS / GRID / MONO</a:t>
            </a:r>
          </a:p>
        </p:txBody>
      </p:sp>
    </p:spTree>
    <p:extLst>
      <p:ext uri="{BB962C8B-B14F-4D97-AF65-F5344CB8AC3E}">
        <p14:creationId xmlns:p14="http://schemas.microsoft.com/office/powerpoint/2010/main" val="1387520340"/>
      </p:ext>
    </p:extLst>
  </p:cSld>
</p:sld>
</file>

<file path=ppt/slides/slide10.xml><?xml version="1.0" encoding="utf-8"?>
<p:sld xmlns:p="http://schemas.openxmlformats.org/presentationml/2006/main">
  <p:cSld>
    <p:bg>
      <p:bgPr>
        <a:solidFill xmlns:a="http://schemas.openxmlformats.org/drawingml/2006/main">
          <a:srgbClr val="002FA7"/>
        </a:solidFill>
      </p:bgPr>
    </p:bg>
    <p:spTree>
      <p:nvGrpSpPr>
        <p:cNvPr id="1" name=""/>
        <p:cNvGrpSpPr/>
        <p:nvPr/>
      </p:nvGrpSpPr>
      <p:grpSpPr>
        <a:xfrm xmlns:a="http://schemas.openxmlformats.org/drawingml/2006/main"/>
      </p:grpSpPr>
      <p:sp>
        <p:nvSpPr>
          <p:cNvPr id="28" name="text-1">
            <a:extLst xmlns:a="http://schemas.openxmlformats.org/drawingml/2006/main">
              <a:ext uri="{FF2B5EF4-FFF2-40B4-BE49-F238E27FC236}">
                <a16:creationId xmlns:a16="http://schemas.microsoft.com/office/drawing/2014/main" id="{94231511-0CA1-4232-BBD1-53D4ABA8B18F}"/>
              </a:ext>
            </a:extLst>
          </p:cNvPr>
          <p:cNvSpPr>
            <a:spLocks xmlns:a="http://schemas.openxmlformats.org/drawingml/2006/main" noGrp="1"/>
          </p:cNvSpPr>
          <p:nvPr/>
        </p:nvSpPr>
        <p:spPr>
          <a:xfrm xmlns:a="http://schemas.openxmlformats.org/drawingml/2006/main">
            <a:off x="228600" y="114300"/>
            <a:ext cx="228114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8097D3"/>
                </a:solidFill>
                <a:latin typeface="Courier New"/>
                <a:ea typeface="Courier New"/>
                <a:cs typeface="Courier New"/>
              </a:defRPr>
            </a:defPPr>
            <a:lvl1pPr>
              <a:defRPr sz="975" b="0">
                <a:solidFill>
                  <a:srgbClr val="8097D3"/>
                </a:solidFill>
                <a:latin typeface="Courier New"/>
                <a:ea typeface="Courier New"/>
                <a:cs typeface="Courier New"/>
              </a:defRPr>
            </a:lvl1pPr>
            <a:lvl2pPr>
              <a:defRPr sz="975" b="0">
                <a:solidFill>
                  <a:srgbClr val="8097D3"/>
                </a:solidFill>
                <a:latin typeface="Courier New"/>
                <a:ea typeface="Courier New"/>
                <a:cs typeface="Courier New"/>
              </a:defRPr>
            </a:lvl2pPr>
            <a:lvl3pPr>
              <a:defRPr sz="975" b="0">
                <a:solidFill>
                  <a:srgbClr val="8097D3"/>
                </a:solidFill>
                <a:latin typeface="Courier New"/>
                <a:ea typeface="Courier New"/>
                <a:cs typeface="Courier New"/>
              </a:defRPr>
            </a:lvl3pPr>
            <a:lvl4pPr>
              <a:defRPr sz="975" b="0">
                <a:solidFill>
                  <a:srgbClr val="8097D3"/>
                </a:solidFill>
                <a:latin typeface="Courier New"/>
                <a:ea typeface="Courier New"/>
                <a:cs typeface="Courier New"/>
              </a:defRPr>
            </a:lvl4pPr>
            <a:lvl5pPr>
              <a:defRPr sz="975" b="0">
                <a:solidFill>
                  <a:srgbClr val="8097D3"/>
                </a:solidFill>
                <a:latin typeface="Courier New"/>
                <a:ea typeface="Courier New"/>
                <a:cs typeface="Courier New"/>
              </a:defRPr>
            </a:lvl5pPr>
            <a:lvl6pPr>
              <a:defRPr sz="975" b="0">
                <a:solidFill>
                  <a:srgbClr val="8097D3"/>
                </a:solidFill>
                <a:latin typeface="Courier New"/>
                <a:ea typeface="Courier New"/>
                <a:cs typeface="Courier New"/>
              </a:defRPr>
            </a:lvl6pPr>
            <a:lvl7pPr>
              <a:defRPr sz="975" b="0">
                <a:solidFill>
                  <a:srgbClr val="8097D3"/>
                </a:solidFill>
                <a:latin typeface="Courier New"/>
                <a:ea typeface="Courier New"/>
                <a:cs typeface="Courier New"/>
              </a:defRPr>
            </a:lvl7pPr>
            <a:lvl8pPr>
              <a:defRPr sz="975" b="0">
                <a:solidFill>
                  <a:srgbClr val="8097D3"/>
                </a:solidFill>
                <a:latin typeface="Courier New"/>
                <a:ea typeface="Courier New"/>
                <a:cs typeface="Courier New"/>
              </a:defRPr>
            </a:lvl8pPr>
            <a:lvl9pPr>
              <a:defRPr sz="975" b="0">
                <a:solidFill>
                  <a:srgbClr val="8097D3"/>
                </a:solidFill>
                <a:latin typeface="Courier New"/>
                <a:ea typeface="Courier New"/>
                <a:cs typeface="Courier New"/>
              </a:defRPr>
            </a:lvl9pPr>
          </a:lstStyle>
          <a:p xmlns:a="http://schemas.openxmlformats.org/drawingml/2006/main">
            <a:pPr>
              <a:defRPr sz="975" b="0">
                <a:solidFill>
                  <a:srgbClr val="8097D3"/>
                </a:solidFill>
                <a:latin typeface="Courier New"/>
                <a:ea typeface="Courier New"/>
                <a:cs typeface="Courier New"/>
              </a:defRPr>
            </a:pPr>
            <a:r>
              <a:rPr sz="975" b="0">
                <a:solidFill>
                  <a:srgbClr val="8097D3"/>
                </a:solidFill>
                <a:latin typeface="Courier New"/>
                <a:ea typeface="Courier New"/>
                <a:cs typeface="Courier New"/>
              </a:rPr>
              <a:t>10 / EXPECTED OUTCOME</a:t>
            </a:r>
          </a:p>
        </p:txBody>
      </p:sp>
      <p:sp>
        <p:nvSpPr>
          <p:cNvPr id="2" name="text-2">
            <a:extLst xmlns:a="http://schemas.openxmlformats.org/drawingml/2006/main">
              <a:ext uri="{FF2B5EF4-FFF2-40B4-BE49-F238E27FC236}">
                <a16:creationId xmlns:a16="http://schemas.microsoft.com/office/drawing/2014/main" id="{89ADAD6B-FB8F-404B-BC5B-05EBFE0D5E3C}"/>
              </a:ext>
            </a:extLst>
          </p:cNvPr>
          <p:cNvSpPr>
            <a:spLocks xmlns:a="http://schemas.openxmlformats.org/drawingml/2006/main" noGrp="1"/>
          </p:cNvSpPr>
          <p:nvPr/>
        </p:nvSpPr>
        <p:spPr>
          <a:xfrm xmlns:a="http://schemas.openxmlformats.org/drawingml/2006/main">
            <a:off x="571500" y="571500"/>
            <a:ext cx="2939519"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FFFFFF"/>
                </a:solidFill>
                <a:latin typeface="Arial"/>
                <a:ea typeface="Arial"/>
                <a:cs typeface="Arial"/>
              </a:defRPr>
            </a:defPPr>
            <a:lvl1pPr>
              <a:defRPr sz="1950" b="1">
                <a:solidFill>
                  <a:srgbClr val="FFFFFF"/>
                </a:solidFill>
                <a:latin typeface="Arial"/>
                <a:ea typeface="Arial"/>
                <a:cs typeface="Arial"/>
              </a:defRPr>
            </a:lvl1pPr>
            <a:lvl2pPr>
              <a:defRPr sz="1950" b="1">
                <a:solidFill>
                  <a:srgbClr val="FFFFFF"/>
                </a:solidFill>
                <a:latin typeface="Arial"/>
                <a:ea typeface="Arial"/>
                <a:cs typeface="Arial"/>
              </a:defRPr>
            </a:lvl2pPr>
            <a:lvl3pPr>
              <a:defRPr sz="1950" b="1">
                <a:solidFill>
                  <a:srgbClr val="FFFFFF"/>
                </a:solidFill>
                <a:latin typeface="Arial"/>
                <a:ea typeface="Arial"/>
                <a:cs typeface="Arial"/>
              </a:defRPr>
            </a:lvl3pPr>
            <a:lvl4pPr>
              <a:defRPr sz="1950" b="1">
                <a:solidFill>
                  <a:srgbClr val="FFFFFF"/>
                </a:solidFill>
                <a:latin typeface="Arial"/>
                <a:ea typeface="Arial"/>
                <a:cs typeface="Arial"/>
              </a:defRPr>
            </a:lvl4pPr>
            <a:lvl5pPr>
              <a:defRPr sz="1950" b="1">
                <a:solidFill>
                  <a:srgbClr val="FFFFFF"/>
                </a:solidFill>
                <a:latin typeface="Arial"/>
                <a:ea typeface="Arial"/>
                <a:cs typeface="Arial"/>
              </a:defRPr>
            </a:lvl5pPr>
            <a:lvl6pPr>
              <a:defRPr sz="1950" b="1">
                <a:solidFill>
                  <a:srgbClr val="FFFFFF"/>
                </a:solidFill>
                <a:latin typeface="Arial"/>
                <a:ea typeface="Arial"/>
                <a:cs typeface="Arial"/>
              </a:defRPr>
            </a:lvl6pPr>
            <a:lvl7pPr>
              <a:defRPr sz="1950" b="1">
                <a:solidFill>
                  <a:srgbClr val="FFFFFF"/>
                </a:solidFill>
                <a:latin typeface="Arial"/>
                <a:ea typeface="Arial"/>
                <a:cs typeface="Arial"/>
              </a:defRPr>
            </a:lvl7pPr>
            <a:lvl8pPr>
              <a:defRPr sz="1950" b="1">
                <a:solidFill>
                  <a:srgbClr val="FFFFFF"/>
                </a:solidFill>
                <a:latin typeface="Arial"/>
                <a:ea typeface="Arial"/>
                <a:cs typeface="Arial"/>
              </a:defRPr>
            </a:lvl8pPr>
            <a:lvl9pPr>
              <a:defRPr sz="1950" b="1">
                <a:solidFill>
                  <a:srgbClr val="FFFFFF"/>
                </a:solidFill>
                <a:latin typeface="Arial"/>
                <a:ea typeface="Arial"/>
                <a:cs typeface="Arial"/>
              </a:defRPr>
            </a:lvl9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Expected Outcomes</a:t>
            </a:r>
          </a:p>
        </p:txBody>
      </p:sp>
      <p:sp>
        <p:nvSpPr>
          <p:cNvPr id="3" name="">
            <a:extLst xmlns:a="http://schemas.openxmlformats.org/drawingml/2006/main">
              <a:ext uri="{FF2B5EF4-FFF2-40B4-BE49-F238E27FC236}">
                <a16:creationId xmlns:a16="http://schemas.microsoft.com/office/drawing/2014/main" id="{1C6818C1-0865-4F71-BBF0-FC07252C7E82}"/>
              </a:ext>
            </a:extLst>
          </p:cNvPr>
          <p:cNvSpPr>
            <a:spLocks xmlns:a="http://schemas.openxmlformats.org/drawingml/2006/main" noGrp="1"/>
          </p:cNvSpPr>
          <p:nvPr/>
        </p:nvSpPr>
        <p:spPr>
          <a:xfrm xmlns:a="http://schemas.openxmlformats.org/drawingml/2006/main">
            <a:off x="571500" y="1095375"/>
            <a:ext cx="8572500" cy="495300"/>
          </a:xfrm>
          <a:prstGeom xmlns:a="http://schemas.openxmlformats.org/drawingml/2006/main" prst="rect">
            <a:avLst/>
          </a:prstGeom>
          <a:solidFill xmlns:a="http://schemas.openxmlformats.org/drawingml/2006/main">
            <a:srgbClr val="1A44B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0474D1-F400-436F-AEC5-A026E7CC6E53}"/>
              </a:ext>
            </a:extLst>
          </p:cNvPr>
          <p:cNvSpPr>
            <a:spLocks xmlns:a="http://schemas.openxmlformats.org/drawingml/2006/main" noGrp="1"/>
          </p:cNvSpPr>
          <p:nvPr/>
        </p:nvSpPr>
        <p:spPr>
          <a:xfrm xmlns:a="http://schemas.openxmlformats.org/drawingml/2006/main">
            <a:off x="723900" y="1190625"/>
            <a:ext cx="304800" cy="304800"/>
          </a:xfrm>
          <a:prstGeom xmlns:a="http://schemas.openxmlformats.org/drawingml/2006/main" prst="rect">
            <a:avLst/>
          </a:prstGeom>
          <a:solidFill xmlns:a="http://schemas.openxmlformats.org/drawingml/2006/main">
            <a:srgbClr val="4869C0"/>
          </a:solidFill>
          <a:ln xmlns:a="http://schemas.openxmlformats.org/drawingml/2006/main" w="0">
            <a:noFill/>
            <a:prstDash val="solid"/>
          </a:ln>
        </p:spPr>
      </p:sp>
      <p:sp>
        <p:nvSpPr>
          <p:cNvPr id="5" name="text-5">
            <a:extLst xmlns:a="http://schemas.openxmlformats.org/drawingml/2006/main">
              <a:ext uri="{FF2B5EF4-FFF2-40B4-BE49-F238E27FC236}">
                <a16:creationId xmlns:a16="http://schemas.microsoft.com/office/drawing/2014/main" id="{605153B4-A4AB-4880-B498-06B7C642B9D6}"/>
              </a:ext>
            </a:extLst>
          </p:cNvPr>
          <p:cNvSpPr>
            <a:spLocks xmlns:a="http://schemas.openxmlformats.org/drawingml/2006/main" noGrp="1"/>
          </p:cNvSpPr>
          <p:nvPr/>
        </p:nvSpPr>
        <p:spPr>
          <a:xfrm xmlns:a="http://schemas.openxmlformats.org/drawingml/2006/main">
            <a:off x="1162050" y="1195388"/>
            <a:ext cx="234179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Accurate Churn Prediction</a:t>
            </a:r>
          </a:p>
        </p:txBody>
      </p:sp>
      <p:sp>
        <p:nvSpPr>
          <p:cNvPr id="6" name="text-6">
            <a:extLst xmlns:a="http://schemas.openxmlformats.org/drawingml/2006/main">
              <a:ext uri="{FF2B5EF4-FFF2-40B4-BE49-F238E27FC236}">
                <a16:creationId xmlns:a16="http://schemas.microsoft.com/office/drawing/2014/main" id="{A6709F2F-FC11-4B2F-AA6E-5FC12A7D034A}"/>
              </a:ext>
            </a:extLst>
          </p:cNvPr>
          <p:cNvSpPr>
            <a:spLocks xmlns:a="http://schemas.openxmlformats.org/drawingml/2006/main" noGrp="1"/>
          </p:cNvSpPr>
          <p:nvPr/>
        </p:nvSpPr>
        <p:spPr>
          <a:xfrm xmlns:a="http://schemas.openxmlformats.org/drawingml/2006/main">
            <a:off x="1162050" y="1357313"/>
            <a:ext cx="507061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A3B4DF"/>
                </a:solidFill>
                <a:latin typeface="Courier New"/>
                <a:ea typeface="Courier New"/>
                <a:cs typeface="Courier New"/>
              </a:defRPr>
            </a:defPPr>
            <a:lvl1pPr>
              <a:defRPr sz="900" b="0">
                <a:solidFill>
                  <a:srgbClr val="A3B4DF"/>
                </a:solidFill>
                <a:latin typeface="Courier New"/>
                <a:ea typeface="Courier New"/>
                <a:cs typeface="Courier New"/>
              </a:defRPr>
            </a:lvl1pPr>
            <a:lvl2pPr>
              <a:defRPr sz="900" b="0">
                <a:solidFill>
                  <a:srgbClr val="A3B4DF"/>
                </a:solidFill>
                <a:latin typeface="Courier New"/>
                <a:ea typeface="Courier New"/>
                <a:cs typeface="Courier New"/>
              </a:defRPr>
            </a:lvl2pPr>
            <a:lvl3pPr>
              <a:defRPr sz="900" b="0">
                <a:solidFill>
                  <a:srgbClr val="A3B4DF"/>
                </a:solidFill>
                <a:latin typeface="Courier New"/>
                <a:ea typeface="Courier New"/>
                <a:cs typeface="Courier New"/>
              </a:defRPr>
            </a:lvl3pPr>
            <a:lvl4pPr>
              <a:defRPr sz="900" b="0">
                <a:solidFill>
                  <a:srgbClr val="A3B4DF"/>
                </a:solidFill>
                <a:latin typeface="Courier New"/>
                <a:ea typeface="Courier New"/>
                <a:cs typeface="Courier New"/>
              </a:defRPr>
            </a:lvl4pPr>
            <a:lvl5pPr>
              <a:defRPr sz="900" b="0">
                <a:solidFill>
                  <a:srgbClr val="A3B4DF"/>
                </a:solidFill>
                <a:latin typeface="Courier New"/>
                <a:ea typeface="Courier New"/>
                <a:cs typeface="Courier New"/>
              </a:defRPr>
            </a:lvl5pPr>
            <a:lvl6pPr>
              <a:defRPr sz="900" b="0">
                <a:solidFill>
                  <a:srgbClr val="A3B4DF"/>
                </a:solidFill>
                <a:latin typeface="Courier New"/>
                <a:ea typeface="Courier New"/>
                <a:cs typeface="Courier New"/>
              </a:defRPr>
            </a:lvl6pPr>
            <a:lvl7pPr>
              <a:defRPr sz="900" b="0">
                <a:solidFill>
                  <a:srgbClr val="A3B4DF"/>
                </a:solidFill>
                <a:latin typeface="Courier New"/>
                <a:ea typeface="Courier New"/>
                <a:cs typeface="Courier New"/>
              </a:defRPr>
            </a:lvl7pPr>
            <a:lvl8pPr>
              <a:defRPr sz="900" b="0">
                <a:solidFill>
                  <a:srgbClr val="A3B4DF"/>
                </a:solidFill>
                <a:latin typeface="Courier New"/>
                <a:ea typeface="Courier New"/>
                <a:cs typeface="Courier New"/>
              </a:defRPr>
            </a:lvl8pPr>
            <a:lvl9pPr>
              <a:defRPr sz="900" b="0">
                <a:solidFill>
                  <a:srgbClr val="A3B4DF"/>
                </a:solidFill>
                <a:latin typeface="Courier New"/>
                <a:ea typeface="Courier New"/>
                <a:cs typeface="Courier New"/>
              </a:defRPr>
            </a:lvl9pPr>
          </a:lstStyle>
          <a:p xmlns:a="http://schemas.openxmlformats.org/drawingml/2006/main">
            <a:pPr>
              <a:defRPr sz="900" b="0">
                <a:solidFill>
                  <a:srgbClr val="A3B4DF"/>
                </a:solidFill>
                <a:latin typeface="Courier New"/>
                <a:ea typeface="Courier New"/>
                <a:cs typeface="Courier New"/>
              </a:defRPr>
            </a:pPr>
            <a:r>
              <a:rPr sz="900" b="0">
                <a:solidFill>
                  <a:srgbClr val="A3B4DF"/>
                </a:solidFill>
                <a:latin typeface="Courier New"/>
                <a:ea typeface="Courier New"/>
                <a:cs typeface="Courier New"/>
              </a:rPr>
              <a:t>Stacking ensemble achieving ~91% accuracy with 0.94 AUC-ROC</a:t>
            </a:r>
          </a:p>
        </p:txBody>
      </p:sp>
      <p:sp>
        <p:nvSpPr>
          <p:cNvPr id="7" name="">
            <a:extLst xmlns:a="http://schemas.openxmlformats.org/drawingml/2006/main">
              <a:ext uri="{FF2B5EF4-FFF2-40B4-BE49-F238E27FC236}">
                <a16:creationId xmlns:a16="http://schemas.microsoft.com/office/drawing/2014/main" id="{DD954E83-1364-457A-AC62-4B05AC947FFD}"/>
              </a:ext>
            </a:extLst>
          </p:cNvPr>
          <p:cNvSpPr>
            <a:spLocks xmlns:a="http://schemas.openxmlformats.org/drawingml/2006/main" noGrp="1"/>
          </p:cNvSpPr>
          <p:nvPr/>
        </p:nvSpPr>
        <p:spPr>
          <a:xfrm xmlns:a="http://schemas.openxmlformats.org/drawingml/2006/main">
            <a:off x="571500" y="1685925"/>
            <a:ext cx="8572500" cy="495300"/>
          </a:xfrm>
          <a:prstGeom xmlns:a="http://schemas.openxmlformats.org/drawingml/2006/main" prst="rect">
            <a:avLst/>
          </a:prstGeom>
          <a:solidFill xmlns:a="http://schemas.openxmlformats.org/drawingml/2006/main">
            <a:srgbClr val="1A44B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BE24479-CE54-4973-BC89-150106BDF517}"/>
              </a:ext>
            </a:extLst>
          </p:cNvPr>
          <p:cNvSpPr>
            <a:spLocks xmlns:a="http://schemas.openxmlformats.org/drawingml/2006/main" noGrp="1"/>
          </p:cNvSpPr>
          <p:nvPr/>
        </p:nvSpPr>
        <p:spPr>
          <a:xfrm xmlns:a="http://schemas.openxmlformats.org/drawingml/2006/main">
            <a:off x="723900" y="1781175"/>
            <a:ext cx="304800" cy="304800"/>
          </a:xfrm>
          <a:prstGeom xmlns:a="http://schemas.openxmlformats.org/drawingml/2006/main" prst="rect">
            <a:avLst/>
          </a:prstGeom>
          <a:solidFill xmlns:a="http://schemas.openxmlformats.org/drawingml/2006/main">
            <a:srgbClr val="4869C0"/>
          </a:solidFill>
          <a:ln xmlns:a="http://schemas.openxmlformats.org/drawingml/2006/main" w="0">
            <a:noFill/>
            <a:prstDash val="solid"/>
          </a:ln>
        </p:spPr>
      </p:sp>
      <p:sp>
        <p:nvSpPr>
          <p:cNvPr id="9" name="text-9">
            <a:extLst xmlns:a="http://schemas.openxmlformats.org/drawingml/2006/main">
              <a:ext uri="{FF2B5EF4-FFF2-40B4-BE49-F238E27FC236}">
                <a16:creationId xmlns:a16="http://schemas.microsoft.com/office/drawing/2014/main" id="{4975D770-F21F-4EA6-97D0-2E344A4E23D1}"/>
              </a:ext>
            </a:extLst>
          </p:cNvPr>
          <p:cNvSpPr>
            <a:spLocks xmlns:a="http://schemas.openxmlformats.org/drawingml/2006/main" noGrp="1"/>
          </p:cNvSpPr>
          <p:nvPr/>
        </p:nvSpPr>
        <p:spPr>
          <a:xfrm xmlns:a="http://schemas.openxmlformats.org/drawingml/2006/main">
            <a:off x="1162050" y="1785938"/>
            <a:ext cx="2035117"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Explainable AI Insights</a:t>
            </a:r>
          </a:p>
        </p:txBody>
      </p:sp>
      <p:sp>
        <p:nvSpPr>
          <p:cNvPr id="10" name="text-10">
            <a:extLst xmlns:a="http://schemas.openxmlformats.org/drawingml/2006/main">
              <a:ext uri="{FF2B5EF4-FFF2-40B4-BE49-F238E27FC236}">
                <a16:creationId xmlns:a16="http://schemas.microsoft.com/office/drawing/2014/main" id="{C4642399-25B2-4D77-ACD7-F9A18AC04B61}"/>
              </a:ext>
            </a:extLst>
          </p:cNvPr>
          <p:cNvSpPr>
            <a:spLocks xmlns:a="http://schemas.openxmlformats.org/drawingml/2006/main" noGrp="1"/>
          </p:cNvSpPr>
          <p:nvPr/>
        </p:nvSpPr>
        <p:spPr>
          <a:xfrm xmlns:a="http://schemas.openxmlformats.org/drawingml/2006/main">
            <a:off x="1162050" y="1947863"/>
            <a:ext cx="6409509"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A3B4DF"/>
                </a:solidFill>
                <a:latin typeface="Courier New"/>
                <a:ea typeface="Courier New"/>
                <a:cs typeface="Courier New"/>
              </a:defRPr>
            </a:defPPr>
            <a:lvl1pPr>
              <a:defRPr sz="900" b="0">
                <a:solidFill>
                  <a:srgbClr val="A3B4DF"/>
                </a:solidFill>
                <a:latin typeface="Courier New"/>
                <a:ea typeface="Courier New"/>
                <a:cs typeface="Courier New"/>
              </a:defRPr>
            </a:lvl1pPr>
            <a:lvl2pPr>
              <a:defRPr sz="900" b="0">
                <a:solidFill>
                  <a:srgbClr val="A3B4DF"/>
                </a:solidFill>
                <a:latin typeface="Courier New"/>
                <a:ea typeface="Courier New"/>
                <a:cs typeface="Courier New"/>
              </a:defRPr>
            </a:lvl2pPr>
            <a:lvl3pPr>
              <a:defRPr sz="900" b="0">
                <a:solidFill>
                  <a:srgbClr val="A3B4DF"/>
                </a:solidFill>
                <a:latin typeface="Courier New"/>
                <a:ea typeface="Courier New"/>
                <a:cs typeface="Courier New"/>
              </a:defRPr>
            </a:lvl3pPr>
            <a:lvl4pPr>
              <a:defRPr sz="900" b="0">
                <a:solidFill>
                  <a:srgbClr val="A3B4DF"/>
                </a:solidFill>
                <a:latin typeface="Courier New"/>
                <a:ea typeface="Courier New"/>
                <a:cs typeface="Courier New"/>
              </a:defRPr>
            </a:lvl4pPr>
            <a:lvl5pPr>
              <a:defRPr sz="900" b="0">
                <a:solidFill>
                  <a:srgbClr val="A3B4DF"/>
                </a:solidFill>
                <a:latin typeface="Courier New"/>
                <a:ea typeface="Courier New"/>
                <a:cs typeface="Courier New"/>
              </a:defRPr>
            </a:lvl5pPr>
            <a:lvl6pPr>
              <a:defRPr sz="900" b="0">
                <a:solidFill>
                  <a:srgbClr val="A3B4DF"/>
                </a:solidFill>
                <a:latin typeface="Courier New"/>
                <a:ea typeface="Courier New"/>
                <a:cs typeface="Courier New"/>
              </a:defRPr>
            </a:lvl6pPr>
            <a:lvl7pPr>
              <a:defRPr sz="900" b="0">
                <a:solidFill>
                  <a:srgbClr val="A3B4DF"/>
                </a:solidFill>
                <a:latin typeface="Courier New"/>
                <a:ea typeface="Courier New"/>
                <a:cs typeface="Courier New"/>
              </a:defRPr>
            </a:lvl7pPr>
            <a:lvl8pPr>
              <a:defRPr sz="900" b="0">
                <a:solidFill>
                  <a:srgbClr val="A3B4DF"/>
                </a:solidFill>
                <a:latin typeface="Courier New"/>
                <a:ea typeface="Courier New"/>
                <a:cs typeface="Courier New"/>
              </a:defRPr>
            </a:lvl8pPr>
            <a:lvl9pPr>
              <a:defRPr sz="900" b="0">
                <a:solidFill>
                  <a:srgbClr val="A3B4DF"/>
                </a:solidFill>
                <a:latin typeface="Courier New"/>
                <a:ea typeface="Courier New"/>
                <a:cs typeface="Courier New"/>
              </a:defRPr>
            </a:lvl9pPr>
          </a:lstStyle>
          <a:p xmlns:a="http://schemas.openxmlformats.org/drawingml/2006/main">
            <a:pPr>
              <a:defRPr sz="900" b="0">
                <a:solidFill>
                  <a:srgbClr val="A3B4DF"/>
                </a:solidFill>
                <a:latin typeface="Courier New"/>
                <a:ea typeface="Courier New"/>
                <a:cs typeface="Courier New"/>
              </a:defRPr>
            </a:pPr>
            <a:r>
              <a:rPr sz="900" b="0">
                <a:solidFill>
                  <a:srgbClr val="A3B4DF"/>
                </a:solidFill>
                <a:latin typeface="Courier New"/>
                <a:ea typeface="Courier New"/>
                <a:cs typeface="Courier New"/>
              </a:rPr>
              <a:t>SHAP-based global feature importance and individual prediction explanations</a:t>
            </a:r>
          </a:p>
        </p:txBody>
      </p:sp>
      <p:sp>
        <p:nvSpPr>
          <p:cNvPr id="11" name="">
            <a:extLst xmlns:a="http://schemas.openxmlformats.org/drawingml/2006/main">
              <a:ext uri="{FF2B5EF4-FFF2-40B4-BE49-F238E27FC236}">
                <a16:creationId xmlns:a16="http://schemas.microsoft.com/office/drawing/2014/main" id="{0B00DDA6-AD7F-48FC-833E-9D21AA1C827A}"/>
              </a:ext>
            </a:extLst>
          </p:cNvPr>
          <p:cNvSpPr>
            <a:spLocks xmlns:a="http://schemas.openxmlformats.org/drawingml/2006/main" noGrp="1"/>
          </p:cNvSpPr>
          <p:nvPr/>
        </p:nvSpPr>
        <p:spPr>
          <a:xfrm xmlns:a="http://schemas.openxmlformats.org/drawingml/2006/main">
            <a:off x="571500" y="2276475"/>
            <a:ext cx="8572500" cy="495300"/>
          </a:xfrm>
          <a:prstGeom xmlns:a="http://schemas.openxmlformats.org/drawingml/2006/main" prst="rect">
            <a:avLst/>
          </a:prstGeom>
          <a:solidFill xmlns:a="http://schemas.openxmlformats.org/drawingml/2006/main">
            <a:srgbClr val="1A44B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8F316A3-56FB-4BFE-A16E-56317D7CB1F2}"/>
              </a:ext>
            </a:extLst>
          </p:cNvPr>
          <p:cNvSpPr>
            <a:spLocks xmlns:a="http://schemas.openxmlformats.org/drawingml/2006/main" noGrp="1"/>
          </p:cNvSpPr>
          <p:nvPr/>
        </p:nvSpPr>
        <p:spPr>
          <a:xfrm xmlns:a="http://schemas.openxmlformats.org/drawingml/2006/main">
            <a:off x="723900" y="2371725"/>
            <a:ext cx="304800" cy="304800"/>
          </a:xfrm>
          <a:prstGeom xmlns:a="http://schemas.openxmlformats.org/drawingml/2006/main" prst="rect">
            <a:avLst/>
          </a:prstGeom>
          <a:solidFill xmlns:a="http://schemas.openxmlformats.org/drawingml/2006/main">
            <a:srgbClr val="4869C0"/>
          </a:solidFill>
          <a:ln xmlns:a="http://schemas.openxmlformats.org/drawingml/2006/main" w="0">
            <a:noFill/>
            <a:prstDash val="solid"/>
          </a:ln>
        </p:spPr>
      </p:sp>
      <p:sp>
        <p:nvSpPr>
          <p:cNvPr id="13" name="text-13">
            <a:extLst xmlns:a="http://schemas.openxmlformats.org/drawingml/2006/main">
              <a:ext uri="{FF2B5EF4-FFF2-40B4-BE49-F238E27FC236}">
                <a16:creationId xmlns:a16="http://schemas.microsoft.com/office/drawing/2014/main" id="{B2AC6597-B0D5-4ABF-A61E-DD5879285C20}"/>
              </a:ext>
            </a:extLst>
          </p:cNvPr>
          <p:cNvSpPr>
            <a:spLocks xmlns:a="http://schemas.openxmlformats.org/drawingml/2006/main" noGrp="1"/>
          </p:cNvSpPr>
          <p:nvPr/>
        </p:nvSpPr>
        <p:spPr>
          <a:xfrm xmlns:a="http://schemas.openxmlformats.org/drawingml/2006/main">
            <a:off x="1162050" y="2376488"/>
            <a:ext cx="3407063"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Customer Retention Recommendations</a:t>
            </a:r>
          </a:p>
        </p:txBody>
      </p:sp>
      <p:sp>
        <p:nvSpPr>
          <p:cNvPr id="14" name="text-14">
            <a:extLst xmlns:a="http://schemas.openxmlformats.org/drawingml/2006/main">
              <a:ext uri="{FF2B5EF4-FFF2-40B4-BE49-F238E27FC236}">
                <a16:creationId xmlns:a16="http://schemas.microsoft.com/office/drawing/2014/main" id="{991942C7-8E48-4E23-8880-042F42A90153}"/>
              </a:ext>
            </a:extLst>
          </p:cNvPr>
          <p:cNvSpPr>
            <a:spLocks xmlns:a="http://schemas.openxmlformats.org/drawingml/2006/main" noGrp="1"/>
          </p:cNvSpPr>
          <p:nvPr/>
        </p:nvSpPr>
        <p:spPr>
          <a:xfrm xmlns:a="http://schemas.openxmlformats.org/drawingml/2006/main">
            <a:off x="1162050" y="2538413"/>
            <a:ext cx="5154314"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A3B4DF"/>
                </a:solidFill>
                <a:latin typeface="Courier New"/>
                <a:ea typeface="Courier New"/>
                <a:cs typeface="Courier New"/>
              </a:defRPr>
            </a:defPPr>
            <a:lvl1pPr>
              <a:defRPr sz="900" b="0">
                <a:solidFill>
                  <a:srgbClr val="A3B4DF"/>
                </a:solidFill>
                <a:latin typeface="Courier New"/>
                <a:ea typeface="Courier New"/>
                <a:cs typeface="Courier New"/>
              </a:defRPr>
            </a:lvl1pPr>
            <a:lvl2pPr>
              <a:defRPr sz="900" b="0">
                <a:solidFill>
                  <a:srgbClr val="A3B4DF"/>
                </a:solidFill>
                <a:latin typeface="Courier New"/>
                <a:ea typeface="Courier New"/>
                <a:cs typeface="Courier New"/>
              </a:defRPr>
            </a:lvl2pPr>
            <a:lvl3pPr>
              <a:defRPr sz="900" b="0">
                <a:solidFill>
                  <a:srgbClr val="A3B4DF"/>
                </a:solidFill>
                <a:latin typeface="Courier New"/>
                <a:ea typeface="Courier New"/>
                <a:cs typeface="Courier New"/>
              </a:defRPr>
            </a:lvl3pPr>
            <a:lvl4pPr>
              <a:defRPr sz="900" b="0">
                <a:solidFill>
                  <a:srgbClr val="A3B4DF"/>
                </a:solidFill>
                <a:latin typeface="Courier New"/>
                <a:ea typeface="Courier New"/>
                <a:cs typeface="Courier New"/>
              </a:defRPr>
            </a:lvl4pPr>
            <a:lvl5pPr>
              <a:defRPr sz="900" b="0">
                <a:solidFill>
                  <a:srgbClr val="A3B4DF"/>
                </a:solidFill>
                <a:latin typeface="Courier New"/>
                <a:ea typeface="Courier New"/>
                <a:cs typeface="Courier New"/>
              </a:defRPr>
            </a:lvl5pPr>
            <a:lvl6pPr>
              <a:defRPr sz="900" b="0">
                <a:solidFill>
                  <a:srgbClr val="A3B4DF"/>
                </a:solidFill>
                <a:latin typeface="Courier New"/>
                <a:ea typeface="Courier New"/>
                <a:cs typeface="Courier New"/>
              </a:defRPr>
            </a:lvl6pPr>
            <a:lvl7pPr>
              <a:defRPr sz="900" b="0">
                <a:solidFill>
                  <a:srgbClr val="A3B4DF"/>
                </a:solidFill>
                <a:latin typeface="Courier New"/>
                <a:ea typeface="Courier New"/>
                <a:cs typeface="Courier New"/>
              </a:defRPr>
            </a:lvl7pPr>
            <a:lvl8pPr>
              <a:defRPr sz="900" b="0">
                <a:solidFill>
                  <a:srgbClr val="A3B4DF"/>
                </a:solidFill>
                <a:latin typeface="Courier New"/>
                <a:ea typeface="Courier New"/>
                <a:cs typeface="Courier New"/>
              </a:defRPr>
            </a:lvl8pPr>
            <a:lvl9pPr>
              <a:defRPr sz="900" b="0">
                <a:solidFill>
                  <a:srgbClr val="A3B4DF"/>
                </a:solidFill>
                <a:latin typeface="Courier New"/>
                <a:ea typeface="Courier New"/>
                <a:cs typeface="Courier New"/>
              </a:defRPr>
            </a:lvl9pPr>
          </a:lstStyle>
          <a:p xmlns:a="http://schemas.openxmlformats.org/drawingml/2006/main">
            <a:pPr>
              <a:defRPr sz="900" b="0">
                <a:solidFill>
                  <a:srgbClr val="A3B4DF"/>
                </a:solidFill>
                <a:latin typeface="Courier New"/>
                <a:ea typeface="Courier New"/>
                <a:cs typeface="Courier New"/>
              </a:defRPr>
            </a:pPr>
            <a:r>
              <a:rPr sz="900" b="0">
                <a:solidFill>
                  <a:srgbClr val="A3B4DF"/>
                </a:solidFill>
                <a:latin typeface="Courier New"/>
                <a:ea typeface="Courier New"/>
                <a:cs typeface="Courier New"/>
              </a:rPr>
              <a:t>Risk-categorized segments with targeted retention strategies</a:t>
            </a:r>
          </a:p>
        </p:txBody>
      </p:sp>
      <p:sp>
        <p:nvSpPr>
          <p:cNvPr id="15" name="">
            <a:extLst xmlns:a="http://schemas.openxmlformats.org/drawingml/2006/main">
              <a:ext uri="{FF2B5EF4-FFF2-40B4-BE49-F238E27FC236}">
                <a16:creationId xmlns:a16="http://schemas.microsoft.com/office/drawing/2014/main" id="{0EEDD37E-4002-4C27-8F23-2EB09AE31B03}"/>
              </a:ext>
            </a:extLst>
          </p:cNvPr>
          <p:cNvSpPr>
            <a:spLocks xmlns:a="http://schemas.openxmlformats.org/drawingml/2006/main" noGrp="1"/>
          </p:cNvSpPr>
          <p:nvPr/>
        </p:nvSpPr>
        <p:spPr>
          <a:xfrm xmlns:a="http://schemas.openxmlformats.org/drawingml/2006/main">
            <a:off x="571500" y="2867025"/>
            <a:ext cx="8572500" cy="495300"/>
          </a:xfrm>
          <a:prstGeom xmlns:a="http://schemas.openxmlformats.org/drawingml/2006/main" prst="rect">
            <a:avLst/>
          </a:prstGeom>
          <a:solidFill xmlns:a="http://schemas.openxmlformats.org/drawingml/2006/main">
            <a:srgbClr val="1A44B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278E5A6-8CD8-4BA9-A8E8-2A81A999F69C}"/>
              </a:ext>
            </a:extLst>
          </p:cNvPr>
          <p:cNvSpPr>
            <a:spLocks xmlns:a="http://schemas.openxmlformats.org/drawingml/2006/main" noGrp="1"/>
          </p:cNvSpPr>
          <p:nvPr/>
        </p:nvSpPr>
        <p:spPr>
          <a:xfrm xmlns:a="http://schemas.openxmlformats.org/drawingml/2006/main">
            <a:off x="723900" y="2962275"/>
            <a:ext cx="304800" cy="304800"/>
          </a:xfrm>
          <a:prstGeom xmlns:a="http://schemas.openxmlformats.org/drawingml/2006/main" prst="rect">
            <a:avLst/>
          </a:prstGeom>
          <a:solidFill xmlns:a="http://schemas.openxmlformats.org/drawingml/2006/main">
            <a:srgbClr val="4869C0"/>
          </a:solidFill>
          <a:ln xmlns:a="http://schemas.openxmlformats.org/drawingml/2006/main" w="0">
            <a:noFill/>
            <a:prstDash val="solid"/>
          </a:ln>
        </p:spPr>
      </p:sp>
      <p:sp>
        <p:nvSpPr>
          <p:cNvPr id="17" name="text-17">
            <a:extLst xmlns:a="http://schemas.openxmlformats.org/drawingml/2006/main">
              <a:ext uri="{FF2B5EF4-FFF2-40B4-BE49-F238E27FC236}">
                <a16:creationId xmlns:a16="http://schemas.microsoft.com/office/drawing/2014/main" id="{2B73F4B4-325B-4F0D-A98E-1C48A9861068}"/>
              </a:ext>
            </a:extLst>
          </p:cNvPr>
          <p:cNvSpPr>
            <a:spLocks xmlns:a="http://schemas.openxmlformats.org/drawingml/2006/main" noGrp="1"/>
          </p:cNvSpPr>
          <p:nvPr/>
        </p:nvSpPr>
        <p:spPr>
          <a:xfrm xmlns:a="http://schemas.openxmlformats.org/drawingml/2006/main">
            <a:off x="1162050" y="2967038"/>
            <a:ext cx="289394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Better Business Decision-Making</a:t>
            </a:r>
          </a:p>
        </p:txBody>
      </p:sp>
      <p:sp>
        <p:nvSpPr>
          <p:cNvPr id="18" name="text-18">
            <a:extLst xmlns:a="http://schemas.openxmlformats.org/drawingml/2006/main">
              <a:ext uri="{FF2B5EF4-FFF2-40B4-BE49-F238E27FC236}">
                <a16:creationId xmlns:a16="http://schemas.microsoft.com/office/drawing/2014/main" id="{9C3C6BEF-E2C1-4E0E-91F8-8D458546A1D7}"/>
              </a:ext>
            </a:extLst>
          </p:cNvPr>
          <p:cNvSpPr>
            <a:spLocks xmlns:a="http://schemas.openxmlformats.org/drawingml/2006/main" noGrp="1"/>
          </p:cNvSpPr>
          <p:nvPr/>
        </p:nvSpPr>
        <p:spPr>
          <a:xfrm xmlns:a="http://schemas.openxmlformats.org/drawingml/2006/main">
            <a:off x="1162050" y="3128963"/>
            <a:ext cx="5656356"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A3B4DF"/>
                </a:solidFill>
                <a:latin typeface="Courier New"/>
                <a:ea typeface="Courier New"/>
                <a:cs typeface="Courier New"/>
              </a:defRPr>
            </a:defPPr>
            <a:lvl1pPr>
              <a:defRPr sz="900" b="0">
                <a:solidFill>
                  <a:srgbClr val="A3B4DF"/>
                </a:solidFill>
                <a:latin typeface="Courier New"/>
                <a:ea typeface="Courier New"/>
                <a:cs typeface="Courier New"/>
              </a:defRPr>
            </a:lvl1pPr>
            <a:lvl2pPr>
              <a:defRPr sz="900" b="0">
                <a:solidFill>
                  <a:srgbClr val="A3B4DF"/>
                </a:solidFill>
                <a:latin typeface="Courier New"/>
                <a:ea typeface="Courier New"/>
                <a:cs typeface="Courier New"/>
              </a:defRPr>
            </a:lvl2pPr>
            <a:lvl3pPr>
              <a:defRPr sz="900" b="0">
                <a:solidFill>
                  <a:srgbClr val="A3B4DF"/>
                </a:solidFill>
                <a:latin typeface="Courier New"/>
                <a:ea typeface="Courier New"/>
                <a:cs typeface="Courier New"/>
              </a:defRPr>
            </a:lvl3pPr>
            <a:lvl4pPr>
              <a:defRPr sz="900" b="0">
                <a:solidFill>
                  <a:srgbClr val="A3B4DF"/>
                </a:solidFill>
                <a:latin typeface="Courier New"/>
                <a:ea typeface="Courier New"/>
                <a:cs typeface="Courier New"/>
              </a:defRPr>
            </a:lvl4pPr>
            <a:lvl5pPr>
              <a:defRPr sz="900" b="0">
                <a:solidFill>
                  <a:srgbClr val="A3B4DF"/>
                </a:solidFill>
                <a:latin typeface="Courier New"/>
                <a:ea typeface="Courier New"/>
                <a:cs typeface="Courier New"/>
              </a:defRPr>
            </a:lvl5pPr>
            <a:lvl6pPr>
              <a:defRPr sz="900" b="0">
                <a:solidFill>
                  <a:srgbClr val="A3B4DF"/>
                </a:solidFill>
                <a:latin typeface="Courier New"/>
                <a:ea typeface="Courier New"/>
                <a:cs typeface="Courier New"/>
              </a:defRPr>
            </a:lvl6pPr>
            <a:lvl7pPr>
              <a:defRPr sz="900" b="0">
                <a:solidFill>
                  <a:srgbClr val="A3B4DF"/>
                </a:solidFill>
                <a:latin typeface="Courier New"/>
                <a:ea typeface="Courier New"/>
                <a:cs typeface="Courier New"/>
              </a:defRPr>
            </a:lvl7pPr>
            <a:lvl8pPr>
              <a:defRPr sz="900" b="0">
                <a:solidFill>
                  <a:srgbClr val="A3B4DF"/>
                </a:solidFill>
                <a:latin typeface="Courier New"/>
                <a:ea typeface="Courier New"/>
                <a:cs typeface="Courier New"/>
              </a:defRPr>
            </a:lvl8pPr>
            <a:lvl9pPr>
              <a:defRPr sz="900" b="0">
                <a:solidFill>
                  <a:srgbClr val="A3B4DF"/>
                </a:solidFill>
                <a:latin typeface="Courier New"/>
                <a:ea typeface="Courier New"/>
                <a:cs typeface="Courier New"/>
              </a:defRPr>
            </a:lvl9pPr>
          </a:lstStyle>
          <a:p xmlns:a="http://schemas.openxmlformats.org/drawingml/2006/main">
            <a:pPr>
              <a:defRPr sz="900" b="0">
                <a:solidFill>
                  <a:srgbClr val="A3B4DF"/>
                </a:solidFill>
                <a:latin typeface="Courier New"/>
                <a:ea typeface="Courier New"/>
                <a:cs typeface="Courier New"/>
              </a:defRPr>
            </a:pPr>
            <a:r>
              <a:rPr sz="900" b="0">
                <a:solidFill>
                  <a:srgbClr val="A3B4DF"/>
                </a:solidFill>
                <a:latin typeface="Courier New"/>
                <a:ea typeface="Courier New"/>
                <a:cs typeface="Courier New"/>
              </a:rPr>
              <a:t>Interpretable predictions enabling data-driven retention campaigns</a:t>
            </a:r>
          </a:p>
        </p:txBody>
      </p:sp>
      <p:sp>
        <p:nvSpPr>
          <p:cNvPr id="19" name="">
            <a:extLst xmlns:a="http://schemas.openxmlformats.org/drawingml/2006/main">
              <a:ext uri="{FF2B5EF4-FFF2-40B4-BE49-F238E27FC236}">
                <a16:creationId xmlns:a16="http://schemas.microsoft.com/office/drawing/2014/main" id="{085F2BA1-881A-43CA-8017-63BD946C6F41}"/>
              </a:ext>
            </a:extLst>
          </p:cNvPr>
          <p:cNvSpPr>
            <a:spLocks xmlns:a="http://schemas.openxmlformats.org/drawingml/2006/main" noGrp="1"/>
          </p:cNvSpPr>
          <p:nvPr/>
        </p:nvSpPr>
        <p:spPr>
          <a:xfrm xmlns:a="http://schemas.openxmlformats.org/drawingml/2006/main">
            <a:off x="571500" y="3457575"/>
            <a:ext cx="8572500" cy="495300"/>
          </a:xfrm>
          <a:prstGeom xmlns:a="http://schemas.openxmlformats.org/drawingml/2006/main" prst="rect">
            <a:avLst/>
          </a:prstGeom>
          <a:solidFill xmlns:a="http://schemas.openxmlformats.org/drawingml/2006/main">
            <a:srgbClr val="1A44B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FFA842-7C51-467D-B4DB-818B5385F1A5}"/>
              </a:ext>
            </a:extLst>
          </p:cNvPr>
          <p:cNvSpPr>
            <a:spLocks xmlns:a="http://schemas.openxmlformats.org/drawingml/2006/main" noGrp="1"/>
          </p:cNvSpPr>
          <p:nvPr/>
        </p:nvSpPr>
        <p:spPr>
          <a:xfrm xmlns:a="http://schemas.openxmlformats.org/drawingml/2006/main">
            <a:off x="723900" y="3552825"/>
            <a:ext cx="304800" cy="304800"/>
          </a:xfrm>
          <a:prstGeom xmlns:a="http://schemas.openxmlformats.org/drawingml/2006/main" prst="rect">
            <a:avLst/>
          </a:prstGeom>
          <a:solidFill xmlns:a="http://schemas.openxmlformats.org/drawingml/2006/main">
            <a:srgbClr val="4869C0"/>
          </a:solidFill>
          <a:ln xmlns:a="http://schemas.openxmlformats.org/drawingml/2006/main" w="0">
            <a:noFill/>
            <a:prstDash val="solid"/>
          </a:ln>
        </p:spPr>
      </p:sp>
      <p:sp>
        <p:nvSpPr>
          <p:cNvPr id="21" name="text-21">
            <a:extLst xmlns:a="http://schemas.openxmlformats.org/drawingml/2006/main">
              <a:ext uri="{FF2B5EF4-FFF2-40B4-BE49-F238E27FC236}">
                <a16:creationId xmlns:a16="http://schemas.microsoft.com/office/drawing/2014/main" id="{9C569EB3-0621-41EE-B46E-BA769903C49F}"/>
              </a:ext>
            </a:extLst>
          </p:cNvPr>
          <p:cNvSpPr>
            <a:spLocks xmlns:a="http://schemas.openxmlformats.org/drawingml/2006/main" noGrp="1"/>
          </p:cNvSpPr>
          <p:nvPr/>
        </p:nvSpPr>
        <p:spPr>
          <a:xfrm xmlns:a="http://schemas.openxmlformats.org/drawingml/2006/main">
            <a:off x="1162050" y="3557588"/>
            <a:ext cx="1866983"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Future Enhancement</a:t>
            </a:r>
          </a:p>
        </p:txBody>
      </p:sp>
      <p:sp>
        <p:nvSpPr>
          <p:cNvPr id="22" name="text-22">
            <a:extLst xmlns:a="http://schemas.openxmlformats.org/drawingml/2006/main">
              <a:ext uri="{FF2B5EF4-FFF2-40B4-BE49-F238E27FC236}">
                <a16:creationId xmlns:a16="http://schemas.microsoft.com/office/drawing/2014/main" id="{361BF8FF-D25A-4DAA-98BE-E7BC83AC5A5A}"/>
              </a:ext>
            </a:extLst>
          </p:cNvPr>
          <p:cNvSpPr>
            <a:spLocks xmlns:a="http://schemas.openxmlformats.org/drawingml/2006/main" noGrp="1"/>
          </p:cNvSpPr>
          <p:nvPr/>
        </p:nvSpPr>
        <p:spPr>
          <a:xfrm xmlns:a="http://schemas.openxmlformats.org/drawingml/2006/main">
            <a:off x="1162050" y="3719513"/>
            <a:ext cx="574006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A3B4DF"/>
                </a:solidFill>
                <a:latin typeface="Courier New"/>
                <a:ea typeface="Courier New"/>
                <a:cs typeface="Courier New"/>
              </a:defRPr>
            </a:defPPr>
            <a:lvl1pPr>
              <a:defRPr sz="900" b="0">
                <a:solidFill>
                  <a:srgbClr val="A3B4DF"/>
                </a:solidFill>
                <a:latin typeface="Courier New"/>
                <a:ea typeface="Courier New"/>
                <a:cs typeface="Courier New"/>
              </a:defRPr>
            </a:lvl1pPr>
            <a:lvl2pPr>
              <a:defRPr sz="900" b="0">
                <a:solidFill>
                  <a:srgbClr val="A3B4DF"/>
                </a:solidFill>
                <a:latin typeface="Courier New"/>
                <a:ea typeface="Courier New"/>
                <a:cs typeface="Courier New"/>
              </a:defRPr>
            </a:lvl2pPr>
            <a:lvl3pPr>
              <a:defRPr sz="900" b="0">
                <a:solidFill>
                  <a:srgbClr val="A3B4DF"/>
                </a:solidFill>
                <a:latin typeface="Courier New"/>
                <a:ea typeface="Courier New"/>
                <a:cs typeface="Courier New"/>
              </a:defRPr>
            </a:lvl3pPr>
            <a:lvl4pPr>
              <a:defRPr sz="900" b="0">
                <a:solidFill>
                  <a:srgbClr val="A3B4DF"/>
                </a:solidFill>
                <a:latin typeface="Courier New"/>
                <a:ea typeface="Courier New"/>
                <a:cs typeface="Courier New"/>
              </a:defRPr>
            </a:lvl4pPr>
            <a:lvl5pPr>
              <a:defRPr sz="900" b="0">
                <a:solidFill>
                  <a:srgbClr val="A3B4DF"/>
                </a:solidFill>
                <a:latin typeface="Courier New"/>
                <a:ea typeface="Courier New"/>
                <a:cs typeface="Courier New"/>
              </a:defRPr>
            </a:lvl5pPr>
            <a:lvl6pPr>
              <a:defRPr sz="900" b="0">
                <a:solidFill>
                  <a:srgbClr val="A3B4DF"/>
                </a:solidFill>
                <a:latin typeface="Courier New"/>
                <a:ea typeface="Courier New"/>
                <a:cs typeface="Courier New"/>
              </a:defRPr>
            </a:lvl6pPr>
            <a:lvl7pPr>
              <a:defRPr sz="900" b="0">
                <a:solidFill>
                  <a:srgbClr val="A3B4DF"/>
                </a:solidFill>
                <a:latin typeface="Courier New"/>
                <a:ea typeface="Courier New"/>
                <a:cs typeface="Courier New"/>
              </a:defRPr>
            </a:lvl7pPr>
            <a:lvl8pPr>
              <a:defRPr sz="900" b="0">
                <a:solidFill>
                  <a:srgbClr val="A3B4DF"/>
                </a:solidFill>
                <a:latin typeface="Courier New"/>
                <a:ea typeface="Courier New"/>
                <a:cs typeface="Courier New"/>
              </a:defRPr>
            </a:lvl8pPr>
            <a:lvl9pPr>
              <a:defRPr sz="900" b="0">
                <a:solidFill>
                  <a:srgbClr val="A3B4DF"/>
                </a:solidFill>
                <a:latin typeface="Courier New"/>
                <a:ea typeface="Courier New"/>
                <a:cs typeface="Courier New"/>
              </a:defRPr>
            </a:lvl9pPr>
          </a:lstStyle>
          <a:p xmlns:a="http://schemas.openxmlformats.org/drawingml/2006/main">
            <a:pPr>
              <a:defRPr sz="900" b="0">
                <a:solidFill>
                  <a:srgbClr val="A3B4DF"/>
                </a:solidFill>
                <a:latin typeface="Courier New"/>
                <a:ea typeface="Courier New"/>
                <a:cs typeface="Courier New"/>
              </a:defRPr>
            </a:pPr>
            <a:r>
              <a:rPr sz="900" b="0">
                <a:solidFill>
                  <a:srgbClr val="A3B4DF"/>
                </a:solidFill>
                <a:latin typeface="Courier New"/>
                <a:ea typeface="Courier New"/>
                <a:cs typeface="Courier New"/>
              </a:rPr>
              <a:t>Deep Learning integration &amp; MLOps pipeline for real-time deployment</a:t>
            </a:r>
          </a:p>
        </p:txBody>
      </p:sp>
      <p:sp>
        <p:nvSpPr>
          <p:cNvPr id="23" name="text-23">
            <a:extLst xmlns:a="http://schemas.openxmlformats.org/drawingml/2006/main">
              <a:ext uri="{FF2B5EF4-FFF2-40B4-BE49-F238E27FC236}">
                <a16:creationId xmlns:a16="http://schemas.microsoft.com/office/drawing/2014/main" id="{F81315AD-FEA9-472B-8B28-F58519FD54D4}"/>
              </a:ext>
            </a:extLst>
          </p:cNvPr>
          <p:cNvSpPr>
            <a:spLocks xmlns:a="http://schemas.openxmlformats.org/drawingml/2006/main" noGrp="1"/>
          </p:cNvSpPr>
          <p:nvPr/>
        </p:nvSpPr>
        <p:spPr>
          <a:xfrm xmlns:a="http://schemas.openxmlformats.org/drawingml/2006/main">
            <a:off x="5149751" y="5200650"/>
            <a:ext cx="2442198"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Thank You</a:t>
            </a:r>
          </a:p>
        </p:txBody>
      </p:sp>
      <p:sp>
        <p:nvSpPr>
          <p:cNvPr id="24" name="text-24">
            <a:extLst xmlns:a="http://schemas.openxmlformats.org/drawingml/2006/main">
              <a:ext uri="{FF2B5EF4-FFF2-40B4-BE49-F238E27FC236}">
                <a16:creationId xmlns:a16="http://schemas.microsoft.com/office/drawing/2014/main" id="{7C049832-0302-4620-90FD-9CB9B2326010}"/>
              </a:ext>
            </a:extLst>
          </p:cNvPr>
          <p:cNvSpPr>
            <a:spLocks xmlns:a="http://schemas.openxmlformats.org/drawingml/2006/main" noGrp="1"/>
          </p:cNvSpPr>
          <p:nvPr/>
        </p:nvSpPr>
        <p:spPr>
          <a:xfrm xmlns:a="http://schemas.openxmlformats.org/drawingml/2006/main">
            <a:off x="4811018" y="5638800"/>
            <a:ext cx="3268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B3C1E5"/>
                </a:solidFill>
                <a:latin typeface="Arial"/>
                <a:ea typeface="Arial"/>
                <a:cs typeface="Arial"/>
              </a:defRPr>
            </a:defPPr>
            <a:lvl1pPr>
              <a:defRPr sz="1200" b="0">
                <a:solidFill>
                  <a:srgbClr val="B3C1E5"/>
                </a:solidFill>
                <a:latin typeface="Arial"/>
                <a:ea typeface="Arial"/>
                <a:cs typeface="Arial"/>
              </a:defRPr>
            </a:lvl1pPr>
            <a:lvl2pPr>
              <a:defRPr sz="1200" b="0">
                <a:solidFill>
                  <a:srgbClr val="B3C1E5"/>
                </a:solidFill>
                <a:latin typeface="Arial"/>
                <a:ea typeface="Arial"/>
                <a:cs typeface="Arial"/>
              </a:defRPr>
            </a:lvl2pPr>
            <a:lvl3pPr>
              <a:defRPr sz="1200" b="0">
                <a:solidFill>
                  <a:srgbClr val="B3C1E5"/>
                </a:solidFill>
                <a:latin typeface="Arial"/>
                <a:ea typeface="Arial"/>
                <a:cs typeface="Arial"/>
              </a:defRPr>
            </a:lvl3pPr>
            <a:lvl4pPr>
              <a:defRPr sz="1200" b="0">
                <a:solidFill>
                  <a:srgbClr val="B3C1E5"/>
                </a:solidFill>
                <a:latin typeface="Arial"/>
                <a:ea typeface="Arial"/>
                <a:cs typeface="Arial"/>
              </a:defRPr>
            </a:lvl4pPr>
            <a:lvl5pPr>
              <a:defRPr sz="1200" b="0">
                <a:solidFill>
                  <a:srgbClr val="B3C1E5"/>
                </a:solidFill>
                <a:latin typeface="Arial"/>
                <a:ea typeface="Arial"/>
                <a:cs typeface="Arial"/>
              </a:defRPr>
            </a:lvl5pPr>
            <a:lvl6pPr>
              <a:defRPr sz="1200" b="0">
                <a:solidFill>
                  <a:srgbClr val="B3C1E5"/>
                </a:solidFill>
                <a:latin typeface="Arial"/>
                <a:ea typeface="Arial"/>
                <a:cs typeface="Arial"/>
              </a:defRPr>
            </a:lvl6pPr>
            <a:lvl7pPr>
              <a:defRPr sz="1200" b="0">
                <a:solidFill>
                  <a:srgbClr val="B3C1E5"/>
                </a:solidFill>
                <a:latin typeface="Arial"/>
                <a:ea typeface="Arial"/>
                <a:cs typeface="Arial"/>
              </a:defRPr>
            </a:lvl7pPr>
            <a:lvl8pPr>
              <a:defRPr sz="1200" b="0">
                <a:solidFill>
                  <a:srgbClr val="B3C1E5"/>
                </a:solidFill>
                <a:latin typeface="Arial"/>
                <a:ea typeface="Arial"/>
                <a:cs typeface="Arial"/>
              </a:defRPr>
            </a:lvl8pPr>
            <a:lvl9pPr>
              <a:defRPr sz="1200" b="0">
                <a:solidFill>
                  <a:srgbClr val="B3C1E5"/>
                </a:solidFill>
                <a:latin typeface="Arial"/>
                <a:ea typeface="Arial"/>
                <a:cs typeface="Arial"/>
              </a:defRPr>
            </a:lvl9pPr>
          </a:lstStyle>
          <a:p xmlns:a="http://schemas.openxmlformats.org/drawingml/2006/main">
            <a:pPr>
              <a:defRPr sz="1200" b="0">
                <a:solidFill>
                  <a:srgbClr val="B3C1E5"/>
                </a:solidFill>
                <a:latin typeface="Arial"/>
                <a:ea typeface="Arial"/>
                <a:cs typeface="Arial"/>
              </a:defRPr>
            </a:pPr>
            <a:r>
              <a:rPr sz="1200" b="0">
                <a:solidFill>
                  <a:srgbClr val="B3C1E5"/>
                </a:solidFill>
                <a:latin typeface="Arial"/>
                <a:ea typeface="Arial"/>
                <a:cs typeface="Arial"/>
              </a:rPr>
              <a:t>Questions &amp; Discussion Welcome</a:t>
            </a:r>
          </a:p>
        </p:txBody>
      </p:sp>
      <p:sp>
        <p:nvSpPr>
          <p:cNvPr id="25" name="text-25">
            <a:extLst xmlns:a="http://schemas.openxmlformats.org/drawingml/2006/main">
              <a:ext uri="{FF2B5EF4-FFF2-40B4-BE49-F238E27FC236}">
                <a16:creationId xmlns:a16="http://schemas.microsoft.com/office/drawing/2014/main" id="{3837985F-DC1C-4B35-9382-0A1FACEEECD7}"/>
              </a:ext>
            </a:extLst>
          </p:cNvPr>
          <p:cNvSpPr>
            <a:spLocks xmlns:a="http://schemas.openxmlformats.org/drawingml/2006/main" noGrp="1"/>
          </p:cNvSpPr>
          <p:nvPr/>
        </p:nvSpPr>
        <p:spPr>
          <a:xfrm xmlns:a="http://schemas.openxmlformats.org/drawingml/2006/main">
            <a:off x="4424065" y="6143625"/>
            <a:ext cx="421287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8097D3"/>
                </a:solidFill>
                <a:latin typeface="Courier New"/>
                <a:ea typeface="Courier New"/>
                <a:cs typeface="Courier New"/>
              </a:defRPr>
            </a:defPPr>
            <a:lvl1pPr>
              <a:defRPr sz="975" b="0">
                <a:solidFill>
                  <a:srgbClr val="8097D3"/>
                </a:solidFill>
                <a:latin typeface="Courier New"/>
                <a:ea typeface="Courier New"/>
                <a:cs typeface="Courier New"/>
              </a:defRPr>
            </a:lvl1pPr>
            <a:lvl2pPr>
              <a:defRPr sz="975" b="0">
                <a:solidFill>
                  <a:srgbClr val="8097D3"/>
                </a:solidFill>
                <a:latin typeface="Courier New"/>
                <a:ea typeface="Courier New"/>
                <a:cs typeface="Courier New"/>
              </a:defRPr>
            </a:lvl2pPr>
            <a:lvl3pPr>
              <a:defRPr sz="975" b="0">
                <a:solidFill>
                  <a:srgbClr val="8097D3"/>
                </a:solidFill>
                <a:latin typeface="Courier New"/>
                <a:ea typeface="Courier New"/>
                <a:cs typeface="Courier New"/>
              </a:defRPr>
            </a:lvl3pPr>
            <a:lvl4pPr>
              <a:defRPr sz="975" b="0">
                <a:solidFill>
                  <a:srgbClr val="8097D3"/>
                </a:solidFill>
                <a:latin typeface="Courier New"/>
                <a:ea typeface="Courier New"/>
                <a:cs typeface="Courier New"/>
              </a:defRPr>
            </a:lvl4pPr>
            <a:lvl5pPr>
              <a:defRPr sz="975" b="0">
                <a:solidFill>
                  <a:srgbClr val="8097D3"/>
                </a:solidFill>
                <a:latin typeface="Courier New"/>
                <a:ea typeface="Courier New"/>
                <a:cs typeface="Courier New"/>
              </a:defRPr>
            </a:lvl5pPr>
            <a:lvl6pPr>
              <a:defRPr sz="975" b="0">
                <a:solidFill>
                  <a:srgbClr val="8097D3"/>
                </a:solidFill>
                <a:latin typeface="Courier New"/>
                <a:ea typeface="Courier New"/>
                <a:cs typeface="Courier New"/>
              </a:defRPr>
            </a:lvl6pPr>
            <a:lvl7pPr>
              <a:defRPr sz="975" b="0">
                <a:solidFill>
                  <a:srgbClr val="8097D3"/>
                </a:solidFill>
                <a:latin typeface="Courier New"/>
                <a:ea typeface="Courier New"/>
                <a:cs typeface="Courier New"/>
              </a:defRPr>
            </a:lvl7pPr>
            <a:lvl8pPr>
              <a:defRPr sz="975" b="0">
                <a:solidFill>
                  <a:srgbClr val="8097D3"/>
                </a:solidFill>
                <a:latin typeface="Courier New"/>
                <a:ea typeface="Courier New"/>
                <a:cs typeface="Courier New"/>
              </a:defRPr>
            </a:lvl8pPr>
            <a:lvl9pPr>
              <a:defRPr sz="975" b="0">
                <a:solidFill>
                  <a:srgbClr val="8097D3"/>
                </a:solidFill>
                <a:latin typeface="Courier New"/>
                <a:ea typeface="Courier New"/>
                <a:cs typeface="Courier New"/>
              </a:defRPr>
            </a:lvl9pPr>
          </a:lstStyle>
          <a:p xmlns:a="http://schemas.openxmlformats.org/drawingml/2006/main">
            <a:pPr>
              <a:defRPr sz="975" b="0">
                <a:solidFill>
                  <a:srgbClr val="8097D3"/>
                </a:solidFill>
                <a:latin typeface="Courier New"/>
                <a:ea typeface="Courier New"/>
                <a:cs typeface="Courier New"/>
              </a:defRPr>
            </a:pPr>
            <a:r>
              <a:rPr sz="975" b="0">
                <a:solidFill>
                  <a:srgbClr val="8097D3"/>
                </a:solidFill>
                <a:latin typeface="Courier New"/>
                <a:ea typeface="Courier New"/>
                <a:cs typeface="Courier New"/>
              </a:rPr>
              <a:t>Department of CSE · KL University · 2026–2027</a:t>
            </a:r>
          </a:p>
        </p:txBody>
      </p:sp>
      <p:sp>
        <p:nvSpPr>
          <p:cNvPr id="26" name="text-26">
            <a:extLst xmlns:a="http://schemas.openxmlformats.org/drawingml/2006/main">
              <a:ext uri="{FF2B5EF4-FFF2-40B4-BE49-F238E27FC236}">
                <a16:creationId xmlns:a16="http://schemas.microsoft.com/office/drawing/2014/main" id="{2D93BF7E-DEBB-41D8-B902-B074CCDE12F7}"/>
              </a:ext>
            </a:extLst>
          </p:cNvPr>
          <p:cNvSpPr>
            <a:spLocks xmlns:a="http://schemas.openxmlformats.org/drawingml/2006/main" noGrp="1"/>
          </p:cNvSpPr>
          <p:nvPr/>
        </p:nvSpPr>
        <p:spPr>
          <a:xfrm xmlns:a="http://schemas.openxmlformats.org/drawingml/2006/main">
            <a:off x="228600" y="6629400"/>
            <a:ext cx="193253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6682CA"/>
                </a:solidFill>
                <a:latin typeface="Courier New"/>
                <a:ea typeface="Courier New"/>
                <a:cs typeface="Courier New"/>
              </a:defRPr>
            </a:defPPr>
            <a:lvl1pPr>
              <a:defRPr sz="825" b="0">
                <a:solidFill>
                  <a:srgbClr val="6682CA"/>
                </a:solidFill>
                <a:latin typeface="Courier New"/>
                <a:ea typeface="Courier New"/>
                <a:cs typeface="Courier New"/>
              </a:defRPr>
            </a:lvl1pPr>
            <a:lvl2pPr>
              <a:defRPr sz="825" b="0">
                <a:solidFill>
                  <a:srgbClr val="6682CA"/>
                </a:solidFill>
                <a:latin typeface="Courier New"/>
                <a:ea typeface="Courier New"/>
                <a:cs typeface="Courier New"/>
              </a:defRPr>
            </a:lvl2pPr>
            <a:lvl3pPr>
              <a:defRPr sz="825" b="0">
                <a:solidFill>
                  <a:srgbClr val="6682CA"/>
                </a:solidFill>
                <a:latin typeface="Courier New"/>
                <a:ea typeface="Courier New"/>
                <a:cs typeface="Courier New"/>
              </a:defRPr>
            </a:lvl3pPr>
            <a:lvl4pPr>
              <a:defRPr sz="825" b="0">
                <a:solidFill>
                  <a:srgbClr val="6682CA"/>
                </a:solidFill>
                <a:latin typeface="Courier New"/>
                <a:ea typeface="Courier New"/>
                <a:cs typeface="Courier New"/>
              </a:defRPr>
            </a:lvl4pPr>
            <a:lvl5pPr>
              <a:defRPr sz="825" b="0">
                <a:solidFill>
                  <a:srgbClr val="6682CA"/>
                </a:solidFill>
                <a:latin typeface="Courier New"/>
                <a:ea typeface="Courier New"/>
                <a:cs typeface="Courier New"/>
              </a:defRPr>
            </a:lvl5pPr>
            <a:lvl6pPr>
              <a:defRPr sz="825" b="0">
                <a:solidFill>
                  <a:srgbClr val="6682CA"/>
                </a:solidFill>
                <a:latin typeface="Courier New"/>
                <a:ea typeface="Courier New"/>
                <a:cs typeface="Courier New"/>
              </a:defRPr>
            </a:lvl6pPr>
            <a:lvl7pPr>
              <a:defRPr sz="825" b="0">
                <a:solidFill>
                  <a:srgbClr val="6682CA"/>
                </a:solidFill>
                <a:latin typeface="Courier New"/>
                <a:ea typeface="Courier New"/>
                <a:cs typeface="Courier New"/>
              </a:defRPr>
            </a:lvl7pPr>
            <a:lvl8pPr>
              <a:defRPr sz="825" b="0">
                <a:solidFill>
                  <a:srgbClr val="6682CA"/>
                </a:solidFill>
                <a:latin typeface="Courier New"/>
                <a:ea typeface="Courier New"/>
                <a:cs typeface="Courier New"/>
              </a:defRPr>
            </a:lvl8pPr>
            <a:lvl9pPr>
              <a:defRPr sz="825" b="0">
                <a:solidFill>
                  <a:srgbClr val="6682CA"/>
                </a:solidFill>
                <a:latin typeface="Courier New"/>
                <a:ea typeface="Courier New"/>
                <a:cs typeface="Courier New"/>
              </a:defRPr>
            </a:lvl9pPr>
          </a:lstStyle>
          <a:p xmlns:a="http://schemas.openxmlformats.org/drawingml/2006/main">
            <a:pPr>
              <a:defRPr sz="825" b="0">
                <a:solidFill>
                  <a:srgbClr val="6682CA"/>
                </a:solidFill>
                <a:latin typeface="Courier New"/>
                <a:ea typeface="Courier New"/>
                <a:cs typeface="Courier New"/>
              </a:defRPr>
            </a:pPr>
            <a:r>
              <a:rPr sz="825" b="0">
                <a:solidFill>
                  <a:srgbClr val="6682CA"/>
                </a:solidFill>
                <a:latin typeface="Courier New"/>
                <a:ea typeface="Courier New"/>
                <a:cs typeface="Courier New"/>
              </a:rPr>
              <a:t>LESS / GRID / MONO</a:t>
            </a:r>
          </a:p>
        </p:txBody>
      </p:sp>
      <p:sp>
        <p:nvSpPr>
          <p:cNvPr id="27" name="text-27">
            <a:extLst xmlns:a="http://schemas.openxmlformats.org/drawingml/2006/main">
              <a:ext uri="{FF2B5EF4-FFF2-40B4-BE49-F238E27FC236}">
                <a16:creationId xmlns:a16="http://schemas.microsoft.com/office/drawing/2014/main" id="{7DEC546B-2727-4698-AFF4-F0BBD7164C76}"/>
              </a:ext>
            </a:extLst>
          </p:cNvPr>
          <p:cNvSpPr>
            <a:spLocks xmlns:a="http://schemas.openxmlformats.org/drawingml/2006/main" noGrp="1"/>
          </p:cNvSpPr>
          <p:nvPr/>
        </p:nvSpPr>
        <p:spPr>
          <a:xfrm xmlns:a="http://schemas.openxmlformats.org/drawingml/2006/main">
            <a:off x="3485555" y="5943600"/>
            <a:ext cx="650265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99ACDC"/>
                </a:solidFill>
                <a:latin typeface="Courier New"/>
                <a:ea typeface="Courier New"/>
                <a:cs typeface="Courier New"/>
              </a:defRPr>
            </a:defPPr>
            <a:lvl1pPr>
              <a:defRPr sz="975" b="0">
                <a:solidFill>
                  <a:srgbClr val="99ACDC"/>
                </a:solidFill>
                <a:latin typeface="Courier New"/>
                <a:ea typeface="Courier New"/>
                <a:cs typeface="Courier New"/>
              </a:defRPr>
            </a:lvl1pPr>
            <a:lvl2pPr>
              <a:defRPr sz="975" b="0">
                <a:solidFill>
                  <a:srgbClr val="99ACDC"/>
                </a:solidFill>
                <a:latin typeface="Courier New"/>
                <a:ea typeface="Courier New"/>
                <a:cs typeface="Courier New"/>
              </a:defRPr>
            </a:lvl2pPr>
            <a:lvl3pPr>
              <a:defRPr sz="975" b="0">
                <a:solidFill>
                  <a:srgbClr val="99ACDC"/>
                </a:solidFill>
                <a:latin typeface="Courier New"/>
                <a:ea typeface="Courier New"/>
                <a:cs typeface="Courier New"/>
              </a:defRPr>
            </a:lvl3pPr>
            <a:lvl4pPr>
              <a:defRPr sz="975" b="0">
                <a:solidFill>
                  <a:srgbClr val="99ACDC"/>
                </a:solidFill>
                <a:latin typeface="Courier New"/>
                <a:ea typeface="Courier New"/>
                <a:cs typeface="Courier New"/>
              </a:defRPr>
            </a:lvl4pPr>
            <a:lvl5pPr>
              <a:defRPr sz="975" b="0">
                <a:solidFill>
                  <a:srgbClr val="99ACDC"/>
                </a:solidFill>
                <a:latin typeface="Courier New"/>
                <a:ea typeface="Courier New"/>
                <a:cs typeface="Courier New"/>
              </a:defRPr>
            </a:lvl5pPr>
            <a:lvl6pPr>
              <a:defRPr sz="975" b="0">
                <a:solidFill>
                  <a:srgbClr val="99ACDC"/>
                </a:solidFill>
                <a:latin typeface="Courier New"/>
                <a:ea typeface="Courier New"/>
                <a:cs typeface="Courier New"/>
              </a:defRPr>
            </a:lvl6pPr>
            <a:lvl7pPr>
              <a:defRPr sz="975" b="0">
                <a:solidFill>
                  <a:srgbClr val="99ACDC"/>
                </a:solidFill>
                <a:latin typeface="Courier New"/>
                <a:ea typeface="Courier New"/>
                <a:cs typeface="Courier New"/>
              </a:defRPr>
            </a:lvl7pPr>
            <a:lvl8pPr>
              <a:defRPr sz="975" b="0">
                <a:solidFill>
                  <a:srgbClr val="99ACDC"/>
                </a:solidFill>
                <a:latin typeface="Courier New"/>
                <a:ea typeface="Courier New"/>
                <a:cs typeface="Courier New"/>
              </a:defRPr>
            </a:lvl8pPr>
            <a:lvl9pPr>
              <a:defRPr sz="975" b="0">
                <a:solidFill>
                  <a:srgbClr val="99ACDC"/>
                </a:solidFill>
                <a:latin typeface="Courier New"/>
                <a:ea typeface="Courier New"/>
                <a:cs typeface="Courier New"/>
              </a:defRPr>
            </a:lvl9pPr>
          </a:lstStyle>
          <a:p xmlns:a="http://schemas.openxmlformats.org/drawingml/2006/main">
            <a:pPr>
              <a:defRPr sz="975" b="0">
                <a:solidFill>
                  <a:srgbClr val="99ACDC"/>
                </a:solidFill>
                <a:latin typeface="Courier New"/>
                <a:ea typeface="Courier New"/>
                <a:cs typeface="Courier New"/>
              </a:defRPr>
            </a:pPr>
            <a:r>
              <a:rPr sz="975" b="0">
                <a:solidFill>
                  <a:srgbClr val="99ACDC"/>
                </a:solidFill>
                <a:latin typeface="Courier New"/>
                <a:ea typeface="Courier New"/>
                <a:cs typeface="Courier New"/>
              </a:rPr>
              <a:t>S. Vaishnavi (2420030303) Madhu (2420030321) Hema (2420030699)</a:t>
            </a:r>
          </a:p>
        </p:txBody>
      </p:sp>
    </p:spTree>
    <p:extLst>
      <p:ext uri="{BB962C8B-B14F-4D97-AF65-F5344CB8AC3E}">
        <p14:creationId xmlns:p14="http://schemas.microsoft.com/office/powerpoint/2010/main" val="4299297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2026-10-30T05:36:19.9230000Z</dcterms:created>
  <dcterms:modified xsi:type="dcterms:W3CDTF">2026-10-30T05:36:19.9230000Z</dcterms:modified>
</coreProperties>
</file>